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1C85C0E-C63D-476A-A354-5F3C8C9B5E04}">
  <a:tblStyle styleId="{21C85C0E-C63D-476A-A354-5F3C8C9B5E04}"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AECE6"/>
          </a:solidFill>
        </a:fill>
      </a:tcStyle>
    </a:wholeTbl>
    <a:band1H>
      <a:tcTxStyle/>
      <a:tcStyle>
        <a:fill>
          <a:solidFill>
            <a:srgbClr val="F5D8CA"/>
          </a:solidFill>
        </a:fill>
      </a:tcStyle>
    </a:band1H>
    <a:band2H>
      <a:tcTxStyle/>
    </a:band2H>
    <a:band1V>
      <a:tcTxStyle/>
      <a:tcStyle>
        <a:fill>
          <a:solidFill>
            <a:srgbClr val="F5D8CA"/>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bcc522ba00_2_92:notes"/>
          <p:cNvSpPr txBox="1"/>
          <p:nvPr>
            <p:ph idx="1" type="body"/>
          </p:nvPr>
        </p:nvSpPr>
        <p:spPr>
          <a:xfrm>
            <a:off x="685800" y="4400549"/>
            <a:ext cx="5486400" cy="3600451"/>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g3bcc522ba00_2_92: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bcc522ba00_2_99:notes"/>
          <p:cNvSpPr txBox="1"/>
          <p:nvPr>
            <p:ph idx="1" type="body"/>
          </p:nvPr>
        </p:nvSpPr>
        <p:spPr>
          <a:xfrm>
            <a:off x="685800" y="4400549"/>
            <a:ext cx="5486400" cy="3600451"/>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g3bcc522ba00_2_99: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bcc522ba00_2_105:notes"/>
          <p:cNvSpPr txBox="1"/>
          <p:nvPr>
            <p:ph idx="1" type="body"/>
          </p:nvPr>
        </p:nvSpPr>
        <p:spPr>
          <a:xfrm>
            <a:off x="685800" y="4400549"/>
            <a:ext cx="5486400" cy="3600451"/>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g3bcc522ba00_2_105: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bcc522ba00_2_120:notes"/>
          <p:cNvSpPr txBox="1"/>
          <p:nvPr>
            <p:ph idx="1" type="body"/>
          </p:nvPr>
        </p:nvSpPr>
        <p:spPr>
          <a:xfrm>
            <a:off x="685800" y="4400549"/>
            <a:ext cx="5486400" cy="3600451"/>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g3bcc522ba00_2_120: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bcc522ba00_2_127:notes"/>
          <p:cNvSpPr txBox="1"/>
          <p:nvPr>
            <p:ph idx="1" type="body"/>
          </p:nvPr>
        </p:nvSpPr>
        <p:spPr>
          <a:xfrm>
            <a:off x="685800" y="4400549"/>
            <a:ext cx="5486400" cy="3600451"/>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g3bcc522ba00_2_127: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bcc522ba00_2_137:notes"/>
          <p:cNvSpPr txBox="1"/>
          <p:nvPr>
            <p:ph idx="1" type="body"/>
          </p:nvPr>
        </p:nvSpPr>
        <p:spPr>
          <a:xfrm>
            <a:off x="685800" y="4400549"/>
            <a:ext cx="5486400" cy="3600451"/>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g3bcc522ba00_2_137: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bcc522ba00_2_143:notes"/>
          <p:cNvSpPr txBox="1"/>
          <p:nvPr>
            <p:ph idx="1" type="body"/>
          </p:nvPr>
        </p:nvSpPr>
        <p:spPr>
          <a:xfrm>
            <a:off x="685800" y="4400549"/>
            <a:ext cx="5486400" cy="3600451"/>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g3bcc522ba00_2_143: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bcc522ba00_2_149:notes"/>
          <p:cNvSpPr txBox="1"/>
          <p:nvPr>
            <p:ph idx="1" type="body"/>
          </p:nvPr>
        </p:nvSpPr>
        <p:spPr>
          <a:xfrm>
            <a:off x="685800" y="4400549"/>
            <a:ext cx="5486400" cy="3600451"/>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g3bcc522ba00_2_149: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bcc522ba00_2_156:notes"/>
          <p:cNvSpPr txBox="1"/>
          <p:nvPr>
            <p:ph idx="1" type="body"/>
          </p:nvPr>
        </p:nvSpPr>
        <p:spPr>
          <a:xfrm>
            <a:off x="685800" y="4400549"/>
            <a:ext cx="5486400" cy="3600451"/>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g3bcc522ba00_2_156: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bcc522ba00_2_162:notes"/>
          <p:cNvSpPr txBox="1"/>
          <p:nvPr>
            <p:ph idx="1" type="body"/>
          </p:nvPr>
        </p:nvSpPr>
        <p:spPr>
          <a:xfrm>
            <a:off x="685800" y="4400549"/>
            <a:ext cx="5486400" cy="3600451"/>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g3bcc522ba00_2_162: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bcc522ba00_2_169:notes"/>
          <p:cNvSpPr txBox="1"/>
          <p:nvPr>
            <p:ph idx="1" type="body"/>
          </p:nvPr>
        </p:nvSpPr>
        <p:spPr>
          <a:xfrm>
            <a:off x="685800" y="4400549"/>
            <a:ext cx="5486400" cy="3600451"/>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g3bcc522ba00_2_169: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bcc522ba00_2_175:notes"/>
          <p:cNvSpPr txBox="1"/>
          <p:nvPr>
            <p:ph idx="1" type="body"/>
          </p:nvPr>
        </p:nvSpPr>
        <p:spPr>
          <a:xfrm>
            <a:off x="685800" y="4400549"/>
            <a:ext cx="5486400" cy="3600451"/>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g3bcc522ba00_2_175: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bcc522ba00_2_186:notes"/>
          <p:cNvSpPr txBox="1"/>
          <p:nvPr>
            <p:ph idx="1" type="body"/>
          </p:nvPr>
        </p:nvSpPr>
        <p:spPr>
          <a:xfrm>
            <a:off x="685800" y="4400549"/>
            <a:ext cx="5486400" cy="3600451"/>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g3bcc522ba00_2_186: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bcc522ba00_2_197:notes"/>
          <p:cNvSpPr txBox="1"/>
          <p:nvPr>
            <p:ph idx="1" type="body"/>
          </p:nvPr>
        </p:nvSpPr>
        <p:spPr>
          <a:xfrm>
            <a:off x="685800" y="4400549"/>
            <a:ext cx="5486400" cy="3600451"/>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g3bcc522ba00_2_197: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bcc522ba00_2_206:notes"/>
          <p:cNvSpPr txBox="1"/>
          <p:nvPr>
            <p:ph idx="1" type="body"/>
          </p:nvPr>
        </p:nvSpPr>
        <p:spPr>
          <a:xfrm>
            <a:off x="685800" y="4400549"/>
            <a:ext cx="5486400" cy="3600451"/>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g3bcc522ba00_2_206: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bcc522ba00_2_212:notes"/>
          <p:cNvSpPr txBox="1"/>
          <p:nvPr>
            <p:ph idx="1" type="body"/>
          </p:nvPr>
        </p:nvSpPr>
        <p:spPr>
          <a:xfrm>
            <a:off x="685800" y="4400549"/>
            <a:ext cx="5486400" cy="3600451"/>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g3bcc522ba00_2_212: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bcc522ba00_2_219:notes"/>
          <p:cNvSpPr txBox="1"/>
          <p:nvPr>
            <p:ph idx="1" type="body"/>
          </p:nvPr>
        </p:nvSpPr>
        <p:spPr>
          <a:xfrm>
            <a:off x="685800" y="4400549"/>
            <a:ext cx="5486400" cy="3600451"/>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g3bcc522ba00_2_219: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bcc522ba00_2_226:notes"/>
          <p:cNvSpPr txBox="1"/>
          <p:nvPr>
            <p:ph idx="1" type="body"/>
          </p:nvPr>
        </p:nvSpPr>
        <p:spPr>
          <a:xfrm>
            <a:off x="685800" y="4400549"/>
            <a:ext cx="5486400" cy="3600451"/>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g3bcc522ba00_2_226: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bcc522ba00_2_234:notes"/>
          <p:cNvSpPr txBox="1"/>
          <p:nvPr>
            <p:ph idx="1" type="body"/>
          </p:nvPr>
        </p:nvSpPr>
        <p:spPr>
          <a:xfrm>
            <a:off x="685800" y="4400549"/>
            <a:ext cx="5486400" cy="3600451"/>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g3bcc522ba00_2_234: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bcc522ba00_2_243:notes"/>
          <p:cNvSpPr txBox="1"/>
          <p:nvPr>
            <p:ph idx="1" type="body"/>
          </p:nvPr>
        </p:nvSpPr>
        <p:spPr>
          <a:xfrm>
            <a:off x="685800" y="4400549"/>
            <a:ext cx="5486400" cy="3600451"/>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g3bcc522ba00_2_243: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bcc522ba00_2_252:notes"/>
          <p:cNvSpPr txBox="1"/>
          <p:nvPr>
            <p:ph idx="1" type="body"/>
          </p:nvPr>
        </p:nvSpPr>
        <p:spPr>
          <a:xfrm>
            <a:off x="685800" y="4400549"/>
            <a:ext cx="5486400" cy="3600451"/>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g3bcc522ba00_2_252: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bcc522ba00_2_258:notes"/>
          <p:cNvSpPr txBox="1"/>
          <p:nvPr>
            <p:ph idx="1" type="body"/>
          </p:nvPr>
        </p:nvSpPr>
        <p:spPr>
          <a:xfrm>
            <a:off x="685800" y="4400549"/>
            <a:ext cx="5486400" cy="3600451"/>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g3bcc522ba00_2_258: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59" name="Shape 59"/>
        <p:cNvGrpSpPr/>
        <p:nvPr/>
      </p:nvGrpSpPr>
      <p:grpSpPr>
        <a:xfrm>
          <a:off x="0" y="0"/>
          <a:ext cx="0" cy="0"/>
          <a:chOff x="0" y="0"/>
          <a:chExt cx="0" cy="0"/>
        </a:xfrm>
      </p:grpSpPr>
      <p:sp>
        <p:nvSpPr>
          <p:cNvPr id="60" name="Google Shape;60;p14"/>
          <p:cNvSpPr/>
          <p:nvPr/>
        </p:nvSpPr>
        <p:spPr>
          <a:xfrm>
            <a:off x="2381" y="4800600"/>
            <a:ext cx="9141619" cy="342900"/>
          </a:xfrm>
          <a:prstGeom prst="rect">
            <a:avLst/>
          </a:prstGeom>
          <a:solidFill>
            <a:schemeClr val="accent2"/>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lt1"/>
              </a:solidFill>
              <a:latin typeface="Calibri"/>
              <a:ea typeface="Calibri"/>
              <a:cs typeface="Calibri"/>
              <a:sym typeface="Calibri"/>
            </a:endParaRPr>
          </a:p>
        </p:txBody>
      </p:sp>
      <p:sp>
        <p:nvSpPr>
          <p:cNvPr id="61" name="Google Shape;61;p14"/>
          <p:cNvSpPr/>
          <p:nvPr/>
        </p:nvSpPr>
        <p:spPr>
          <a:xfrm>
            <a:off x="11" y="4750737"/>
            <a:ext cx="9141619" cy="48006"/>
          </a:xfrm>
          <a:prstGeom prst="rect">
            <a:avLst/>
          </a:prstGeom>
          <a:solidFill>
            <a:schemeClr val="accen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lt1"/>
              </a:solidFill>
              <a:latin typeface="Calibri"/>
              <a:ea typeface="Calibri"/>
              <a:cs typeface="Calibri"/>
              <a:sym typeface="Calibri"/>
            </a:endParaRPr>
          </a:p>
        </p:txBody>
      </p:sp>
      <p:sp>
        <p:nvSpPr>
          <p:cNvPr id="62" name="Google Shape;62;p14"/>
          <p:cNvSpPr txBox="1"/>
          <p:nvPr>
            <p:ph type="ctrTitle"/>
          </p:nvPr>
        </p:nvSpPr>
        <p:spPr>
          <a:xfrm>
            <a:off x="822960" y="569214"/>
            <a:ext cx="7543800" cy="2674620"/>
          </a:xfrm>
          <a:prstGeom prst="rect">
            <a:avLst/>
          </a:prstGeom>
          <a:noFill/>
          <a:ln>
            <a:noFill/>
          </a:ln>
        </p:spPr>
        <p:txBody>
          <a:bodyPr anchorCtr="0" anchor="b" bIns="34275" lIns="68575" spcFirstLastPara="1" rIns="68575" wrap="square" tIns="34275">
            <a:normAutofit/>
          </a:bodyPr>
          <a:lstStyle>
            <a:lvl1pPr lvl="0" algn="l">
              <a:lnSpc>
                <a:spcPct val="85000"/>
              </a:lnSpc>
              <a:spcBef>
                <a:spcPts val="0"/>
              </a:spcBef>
              <a:spcAft>
                <a:spcPts val="0"/>
              </a:spcAft>
              <a:buClr>
                <a:srgbClr val="262626"/>
              </a:buClr>
              <a:buSzPts val="6000"/>
              <a:buFont typeface="Calibri"/>
              <a:buNone/>
              <a:defRPr sz="6000">
                <a:solidFill>
                  <a:srgbClr val="26262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Google Shape;63;p14"/>
          <p:cNvSpPr txBox="1"/>
          <p:nvPr>
            <p:ph idx="1" type="subTitle"/>
          </p:nvPr>
        </p:nvSpPr>
        <p:spPr>
          <a:xfrm>
            <a:off x="825038" y="3341715"/>
            <a:ext cx="7543800" cy="857250"/>
          </a:xfrm>
          <a:prstGeom prst="rect">
            <a:avLst/>
          </a:prstGeom>
          <a:noFill/>
          <a:ln>
            <a:noFill/>
          </a:ln>
        </p:spPr>
        <p:txBody>
          <a:bodyPr anchorCtr="0" anchor="t" bIns="34275" lIns="68575" spcFirstLastPara="1" rIns="68575" wrap="square" tIns="34275">
            <a:normAutofit/>
          </a:bodyPr>
          <a:lstStyle>
            <a:lvl1pPr lvl="0" algn="l">
              <a:lnSpc>
                <a:spcPct val="90000"/>
              </a:lnSpc>
              <a:spcBef>
                <a:spcPts val="900"/>
              </a:spcBef>
              <a:spcAft>
                <a:spcPts val="0"/>
              </a:spcAft>
              <a:buSzPts val="1800"/>
              <a:buNone/>
              <a:defRPr sz="1800" cap="none">
                <a:solidFill>
                  <a:schemeClr val="dk2"/>
                </a:solidFill>
                <a:latin typeface="Calibri"/>
                <a:ea typeface="Calibri"/>
                <a:cs typeface="Calibri"/>
                <a:sym typeface="Calibri"/>
              </a:defRPr>
            </a:lvl1pPr>
            <a:lvl2pPr lvl="1" algn="ctr">
              <a:lnSpc>
                <a:spcPct val="90000"/>
              </a:lnSpc>
              <a:spcBef>
                <a:spcPts val="200"/>
              </a:spcBef>
              <a:spcAft>
                <a:spcPts val="0"/>
              </a:spcAft>
              <a:buSzPts val="1800"/>
              <a:buNone/>
              <a:defRPr sz="1800"/>
            </a:lvl2pPr>
            <a:lvl3pPr lvl="2" algn="ctr">
              <a:lnSpc>
                <a:spcPct val="90000"/>
              </a:lnSpc>
              <a:spcBef>
                <a:spcPts val="300"/>
              </a:spcBef>
              <a:spcAft>
                <a:spcPts val="0"/>
              </a:spcAft>
              <a:buSzPts val="1800"/>
              <a:buNone/>
              <a:defRPr sz="1800"/>
            </a:lvl3pPr>
            <a:lvl4pPr lvl="3" algn="ctr">
              <a:lnSpc>
                <a:spcPct val="90000"/>
              </a:lnSpc>
              <a:spcBef>
                <a:spcPts val="300"/>
              </a:spcBef>
              <a:spcAft>
                <a:spcPts val="0"/>
              </a:spcAft>
              <a:buSzPts val="1500"/>
              <a:buNone/>
              <a:defRPr sz="1500"/>
            </a:lvl4pPr>
            <a:lvl5pPr lvl="4" algn="ctr">
              <a:lnSpc>
                <a:spcPct val="90000"/>
              </a:lnSpc>
              <a:spcBef>
                <a:spcPts val="300"/>
              </a:spcBef>
              <a:spcAft>
                <a:spcPts val="0"/>
              </a:spcAft>
              <a:buSzPts val="1500"/>
              <a:buNone/>
              <a:defRPr sz="1500"/>
            </a:lvl5pPr>
            <a:lvl6pPr lvl="5" algn="ctr">
              <a:lnSpc>
                <a:spcPct val="90000"/>
              </a:lnSpc>
              <a:spcBef>
                <a:spcPts val="300"/>
              </a:spcBef>
              <a:spcAft>
                <a:spcPts val="0"/>
              </a:spcAft>
              <a:buSzPts val="1500"/>
              <a:buNone/>
              <a:defRPr sz="1500"/>
            </a:lvl6pPr>
            <a:lvl7pPr lvl="6" algn="ctr">
              <a:lnSpc>
                <a:spcPct val="90000"/>
              </a:lnSpc>
              <a:spcBef>
                <a:spcPts val="300"/>
              </a:spcBef>
              <a:spcAft>
                <a:spcPts val="0"/>
              </a:spcAft>
              <a:buSzPts val="1500"/>
              <a:buNone/>
              <a:defRPr sz="1500"/>
            </a:lvl7pPr>
            <a:lvl8pPr lvl="7" algn="ctr">
              <a:lnSpc>
                <a:spcPct val="90000"/>
              </a:lnSpc>
              <a:spcBef>
                <a:spcPts val="300"/>
              </a:spcBef>
              <a:spcAft>
                <a:spcPts val="0"/>
              </a:spcAft>
              <a:buSzPts val="1500"/>
              <a:buNone/>
              <a:defRPr sz="1500"/>
            </a:lvl8pPr>
            <a:lvl9pPr lvl="8" algn="ctr">
              <a:lnSpc>
                <a:spcPct val="90000"/>
              </a:lnSpc>
              <a:spcBef>
                <a:spcPts val="300"/>
              </a:spcBef>
              <a:spcAft>
                <a:spcPts val="300"/>
              </a:spcAft>
              <a:buSzPts val="1500"/>
              <a:buNone/>
              <a:defRPr sz="1500"/>
            </a:lvl9pPr>
          </a:lstStyle>
          <a:p/>
        </p:txBody>
      </p:sp>
      <p:sp>
        <p:nvSpPr>
          <p:cNvPr id="64" name="Google Shape;64;p14"/>
          <p:cNvSpPr txBox="1"/>
          <p:nvPr>
            <p:ph idx="10" type="dt"/>
          </p:nvPr>
        </p:nvSpPr>
        <p:spPr>
          <a:xfrm>
            <a:off x="822960" y="4844839"/>
            <a:ext cx="185420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5" name="Google Shape;65;p14"/>
          <p:cNvSpPr txBox="1"/>
          <p:nvPr>
            <p:ph idx="11" type="ftr"/>
          </p:nvPr>
        </p:nvSpPr>
        <p:spPr>
          <a:xfrm>
            <a:off x="2764639" y="4844839"/>
            <a:ext cx="3617103"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Google Shape;66;p14"/>
          <p:cNvSpPr txBox="1"/>
          <p:nvPr>
            <p:ph idx="12" type="sldNum"/>
          </p:nvPr>
        </p:nvSpPr>
        <p:spPr>
          <a:xfrm>
            <a:off x="7425344" y="4844839"/>
            <a:ext cx="984019"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67" name="Google Shape;67;p14"/>
          <p:cNvCxnSpPr/>
          <p:nvPr/>
        </p:nvCxnSpPr>
        <p:spPr>
          <a:xfrm>
            <a:off x="905743" y="3257550"/>
            <a:ext cx="740664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8" name="Shape 68"/>
        <p:cNvGrpSpPr/>
        <p:nvPr/>
      </p:nvGrpSpPr>
      <p:grpSpPr>
        <a:xfrm>
          <a:off x="0" y="0"/>
          <a:ext cx="0" cy="0"/>
          <a:chOff x="0" y="0"/>
          <a:chExt cx="0" cy="0"/>
        </a:xfrm>
      </p:grpSpPr>
      <p:sp>
        <p:nvSpPr>
          <p:cNvPr id="69" name="Google Shape;69;p15"/>
          <p:cNvSpPr txBox="1"/>
          <p:nvPr>
            <p:ph type="title"/>
          </p:nvPr>
        </p:nvSpPr>
        <p:spPr>
          <a:xfrm>
            <a:off x="822960" y="214952"/>
            <a:ext cx="7543800" cy="1088068"/>
          </a:xfrm>
          <a:prstGeom prst="rect">
            <a:avLst/>
          </a:prstGeom>
          <a:noFill/>
          <a:ln>
            <a:noFill/>
          </a:ln>
        </p:spPr>
        <p:txBody>
          <a:bodyPr anchorCtr="0" anchor="b" bIns="34275" lIns="68575" spcFirstLastPara="1" rIns="68575" wrap="square" tIns="34275">
            <a:normAutofit/>
          </a:bodyPr>
          <a:lstStyle>
            <a:lvl1pPr lvl="0" algn="ctr">
              <a:lnSpc>
                <a:spcPct val="85000"/>
              </a:lnSpc>
              <a:spcBef>
                <a:spcPts val="0"/>
              </a:spcBef>
              <a:spcAft>
                <a:spcPts val="0"/>
              </a:spcAft>
              <a:buClr>
                <a:srgbClr val="3F3F3F"/>
              </a:buClr>
              <a:buSzPts val="3600"/>
              <a:buFont typeface="Calibri"/>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Google Shape;70;p15"/>
          <p:cNvSpPr txBox="1"/>
          <p:nvPr>
            <p:ph idx="1" type="body"/>
          </p:nvPr>
        </p:nvSpPr>
        <p:spPr>
          <a:xfrm>
            <a:off x="822960" y="1384301"/>
            <a:ext cx="7543800" cy="3017520"/>
          </a:xfrm>
          <a:prstGeom prst="rect">
            <a:avLst/>
          </a:prstGeom>
          <a:noFill/>
          <a:ln>
            <a:noFill/>
          </a:ln>
        </p:spPr>
        <p:txBody>
          <a:bodyPr anchorCtr="0" anchor="t" bIns="34275" lIns="0" spcFirstLastPara="1" rIns="0" wrap="square" tIns="34275">
            <a:normAutofit/>
          </a:bodyPr>
          <a:lstStyle>
            <a:lvl1pPr indent="-342900" lvl="0" marL="457200" algn="l">
              <a:lnSpc>
                <a:spcPct val="90000"/>
              </a:lnSpc>
              <a:spcBef>
                <a:spcPts val="900"/>
              </a:spcBef>
              <a:spcAft>
                <a:spcPts val="0"/>
              </a:spcAft>
              <a:buSzPts val="1800"/>
              <a:buChar char=" "/>
              <a:defRPr sz="1800"/>
            </a:lvl1pPr>
            <a:lvl2pPr indent="-323850" lvl="1" marL="914400" algn="l">
              <a:lnSpc>
                <a:spcPct val="90000"/>
              </a:lnSpc>
              <a:spcBef>
                <a:spcPts val="200"/>
              </a:spcBef>
              <a:spcAft>
                <a:spcPts val="0"/>
              </a:spcAft>
              <a:buSzPts val="1500"/>
              <a:buChar char="◦"/>
              <a:defRPr sz="1500"/>
            </a:lvl2pPr>
            <a:lvl3pPr indent="-304800" lvl="2" marL="1371600" algn="l">
              <a:lnSpc>
                <a:spcPct val="90000"/>
              </a:lnSpc>
              <a:spcBef>
                <a:spcPts val="300"/>
              </a:spcBef>
              <a:spcAft>
                <a:spcPts val="0"/>
              </a:spcAft>
              <a:buSzPts val="1200"/>
              <a:buChar char="◦"/>
              <a:defRPr sz="1200"/>
            </a:lvl3pPr>
            <a:lvl4pPr indent="-304800" lvl="3" marL="1828800" algn="l">
              <a:lnSpc>
                <a:spcPct val="90000"/>
              </a:lnSpc>
              <a:spcBef>
                <a:spcPts val="300"/>
              </a:spcBef>
              <a:spcAft>
                <a:spcPts val="0"/>
              </a:spcAft>
              <a:buSzPts val="1200"/>
              <a:buChar char="◦"/>
              <a:defRPr sz="1200"/>
            </a:lvl4pPr>
            <a:lvl5pPr indent="-304800" lvl="4" marL="2286000" algn="l">
              <a:lnSpc>
                <a:spcPct val="90000"/>
              </a:lnSpc>
              <a:spcBef>
                <a:spcPts val="300"/>
              </a:spcBef>
              <a:spcAft>
                <a:spcPts val="0"/>
              </a:spcAft>
              <a:buSzPts val="1200"/>
              <a:buChar char="◦"/>
              <a:defRPr sz="1200"/>
            </a:lvl5pPr>
            <a:lvl6pPr indent="-317500" lvl="5" marL="2743200" algn="l">
              <a:lnSpc>
                <a:spcPct val="90000"/>
              </a:lnSpc>
              <a:spcBef>
                <a:spcPts val="300"/>
              </a:spcBef>
              <a:spcAft>
                <a:spcPts val="0"/>
              </a:spcAft>
              <a:buSzPts val="1400"/>
              <a:buChar char="◦"/>
              <a:defRPr/>
            </a:lvl6pPr>
            <a:lvl7pPr indent="-317500" lvl="6" marL="3200400" algn="l">
              <a:lnSpc>
                <a:spcPct val="90000"/>
              </a:lnSpc>
              <a:spcBef>
                <a:spcPts val="300"/>
              </a:spcBef>
              <a:spcAft>
                <a:spcPts val="0"/>
              </a:spcAft>
              <a:buSzPts val="1400"/>
              <a:buChar char="◦"/>
              <a:defRPr/>
            </a:lvl7pPr>
            <a:lvl8pPr indent="-317500" lvl="7" marL="3657600" algn="l">
              <a:lnSpc>
                <a:spcPct val="90000"/>
              </a:lnSpc>
              <a:spcBef>
                <a:spcPts val="300"/>
              </a:spcBef>
              <a:spcAft>
                <a:spcPts val="0"/>
              </a:spcAft>
              <a:buSzPts val="1400"/>
              <a:buChar char="◦"/>
              <a:defRPr/>
            </a:lvl8pPr>
            <a:lvl9pPr indent="-317500" lvl="8" marL="4114800" algn="l">
              <a:lnSpc>
                <a:spcPct val="90000"/>
              </a:lnSpc>
              <a:spcBef>
                <a:spcPts val="300"/>
              </a:spcBef>
              <a:spcAft>
                <a:spcPts val="300"/>
              </a:spcAft>
              <a:buSzPts val="1400"/>
              <a:buChar char="◦"/>
              <a:defRPr/>
            </a:lvl9pPr>
          </a:lstStyle>
          <a:p/>
        </p:txBody>
      </p:sp>
      <p:sp>
        <p:nvSpPr>
          <p:cNvPr id="71" name="Google Shape;71;p15"/>
          <p:cNvSpPr txBox="1"/>
          <p:nvPr>
            <p:ph idx="10" type="dt"/>
          </p:nvPr>
        </p:nvSpPr>
        <p:spPr>
          <a:xfrm>
            <a:off x="822960" y="4844839"/>
            <a:ext cx="185420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Google Shape;72;p15"/>
          <p:cNvSpPr txBox="1"/>
          <p:nvPr>
            <p:ph idx="11" type="ftr"/>
          </p:nvPr>
        </p:nvSpPr>
        <p:spPr>
          <a:xfrm>
            <a:off x="2764639" y="4844839"/>
            <a:ext cx="3617103"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Google Shape;73;p15"/>
          <p:cNvSpPr txBox="1"/>
          <p:nvPr>
            <p:ph idx="12" type="sldNum"/>
          </p:nvPr>
        </p:nvSpPr>
        <p:spPr>
          <a:xfrm>
            <a:off x="7425344" y="4844839"/>
            <a:ext cx="984019"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74" name="Shape 74"/>
        <p:cNvGrpSpPr/>
        <p:nvPr/>
      </p:nvGrpSpPr>
      <p:grpSpPr>
        <a:xfrm>
          <a:off x="0" y="0"/>
          <a:ext cx="0" cy="0"/>
          <a:chOff x="0" y="0"/>
          <a:chExt cx="0" cy="0"/>
        </a:xfrm>
      </p:grpSpPr>
      <p:sp>
        <p:nvSpPr>
          <p:cNvPr id="75" name="Google Shape;75;p16"/>
          <p:cNvSpPr/>
          <p:nvPr/>
        </p:nvSpPr>
        <p:spPr>
          <a:xfrm>
            <a:off x="2381" y="4800600"/>
            <a:ext cx="9141619" cy="342900"/>
          </a:xfrm>
          <a:prstGeom prst="rect">
            <a:avLst/>
          </a:prstGeom>
          <a:solidFill>
            <a:schemeClr val="accen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6" name="Google Shape;76;p16"/>
          <p:cNvSpPr/>
          <p:nvPr/>
        </p:nvSpPr>
        <p:spPr>
          <a:xfrm>
            <a:off x="11" y="4750737"/>
            <a:ext cx="9141619" cy="48006"/>
          </a:xfrm>
          <a:prstGeom prst="rect">
            <a:avLst/>
          </a:prstGeom>
          <a:solidFill>
            <a:schemeClr val="accen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7" name="Google Shape;77;p16"/>
          <p:cNvSpPr txBox="1"/>
          <p:nvPr>
            <p:ph idx="10" type="dt"/>
          </p:nvPr>
        </p:nvSpPr>
        <p:spPr>
          <a:xfrm>
            <a:off x="822960" y="4844839"/>
            <a:ext cx="185420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Google Shape;78;p16"/>
          <p:cNvSpPr txBox="1"/>
          <p:nvPr>
            <p:ph idx="11" type="ftr"/>
          </p:nvPr>
        </p:nvSpPr>
        <p:spPr>
          <a:xfrm>
            <a:off x="2764639" y="4844839"/>
            <a:ext cx="3617103"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solidFill>
                  <a:srgbClr val="FFFFFF"/>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Google Shape;79;p16"/>
          <p:cNvSpPr txBox="1"/>
          <p:nvPr>
            <p:ph idx="12" type="sldNum"/>
          </p:nvPr>
        </p:nvSpPr>
        <p:spPr>
          <a:xfrm>
            <a:off x="7425344" y="4844839"/>
            <a:ext cx="984019"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lt1"/>
        </a:solidFill>
      </p:bgPr>
    </p:bg>
    <p:spTree>
      <p:nvGrpSpPr>
        <p:cNvPr id="80" name="Shape 80"/>
        <p:cNvGrpSpPr/>
        <p:nvPr/>
      </p:nvGrpSpPr>
      <p:grpSpPr>
        <a:xfrm>
          <a:off x="0" y="0"/>
          <a:ext cx="0" cy="0"/>
          <a:chOff x="0" y="0"/>
          <a:chExt cx="0" cy="0"/>
        </a:xfrm>
      </p:grpSpPr>
      <p:sp>
        <p:nvSpPr>
          <p:cNvPr id="81" name="Google Shape;81;p17"/>
          <p:cNvSpPr/>
          <p:nvPr/>
        </p:nvSpPr>
        <p:spPr>
          <a:xfrm>
            <a:off x="2381" y="4800600"/>
            <a:ext cx="9141619" cy="342900"/>
          </a:xfrm>
          <a:prstGeom prst="rect">
            <a:avLst/>
          </a:prstGeom>
          <a:solidFill>
            <a:schemeClr val="accen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2" name="Google Shape;82;p17"/>
          <p:cNvSpPr/>
          <p:nvPr/>
        </p:nvSpPr>
        <p:spPr>
          <a:xfrm>
            <a:off x="11" y="4750737"/>
            <a:ext cx="9141619" cy="48006"/>
          </a:xfrm>
          <a:prstGeom prst="rect">
            <a:avLst/>
          </a:prstGeom>
          <a:solidFill>
            <a:schemeClr val="accen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3" name="Google Shape;83;p17"/>
          <p:cNvSpPr txBox="1"/>
          <p:nvPr>
            <p:ph type="title"/>
          </p:nvPr>
        </p:nvSpPr>
        <p:spPr>
          <a:xfrm>
            <a:off x="822960" y="569214"/>
            <a:ext cx="7543800" cy="2674620"/>
          </a:xfrm>
          <a:prstGeom prst="rect">
            <a:avLst/>
          </a:prstGeom>
          <a:noFill/>
          <a:ln>
            <a:noFill/>
          </a:ln>
        </p:spPr>
        <p:txBody>
          <a:bodyPr anchorCtr="0" anchor="b" bIns="34275" lIns="68575" spcFirstLastPara="1" rIns="68575" wrap="square" tIns="34275">
            <a:normAutofit/>
          </a:bodyPr>
          <a:lstStyle>
            <a:lvl1pPr lvl="0" algn="l">
              <a:lnSpc>
                <a:spcPct val="85000"/>
              </a:lnSpc>
              <a:spcBef>
                <a:spcPts val="0"/>
              </a:spcBef>
              <a:spcAft>
                <a:spcPts val="0"/>
              </a:spcAft>
              <a:buClr>
                <a:srgbClr val="262626"/>
              </a:buClr>
              <a:buSzPts val="6000"/>
              <a:buFont typeface="Calibri"/>
              <a:buNone/>
              <a:defRPr b="0" sz="6000">
                <a:solidFill>
                  <a:srgbClr val="26262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4" name="Google Shape;84;p17"/>
          <p:cNvSpPr txBox="1"/>
          <p:nvPr>
            <p:ph idx="1" type="body"/>
          </p:nvPr>
        </p:nvSpPr>
        <p:spPr>
          <a:xfrm>
            <a:off x="822960" y="3339846"/>
            <a:ext cx="7543800" cy="85725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900"/>
              </a:spcBef>
              <a:spcAft>
                <a:spcPts val="0"/>
              </a:spcAft>
              <a:buSzPts val="1800"/>
              <a:buNone/>
              <a:defRPr sz="1800" cap="none">
                <a:solidFill>
                  <a:schemeClr val="dk2"/>
                </a:solidFill>
                <a:latin typeface="Calibri"/>
                <a:ea typeface="Calibri"/>
                <a:cs typeface="Calibri"/>
                <a:sym typeface="Calibri"/>
              </a:defRPr>
            </a:lvl1pPr>
            <a:lvl2pPr indent="-228600" lvl="1" marL="914400" algn="l">
              <a:lnSpc>
                <a:spcPct val="90000"/>
              </a:lnSpc>
              <a:spcBef>
                <a:spcPts val="200"/>
              </a:spcBef>
              <a:spcAft>
                <a:spcPts val="0"/>
              </a:spcAft>
              <a:buSzPts val="1400"/>
              <a:buNone/>
              <a:defRPr sz="1400">
                <a:solidFill>
                  <a:srgbClr val="888888"/>
                </a:solidFill>
              </a:defRPr>
            </a:lvl2pPr>
            <a:lvl3pPr indent="-228600" lvl="2" marL="1371600" algn="l">
              <a:lnSpc>
                <a:spcPct val="90000"/>
              </a:lnSpc>
              <a:spcBef>
                <a:spcPts val="300"/>
              </a:spcBef>
              <a:spcAft>
                <a:spcPts val="0"/>
              </a:spcAft>
              <a:buSzPts val="1200"/>
              <a:buNone/>
              <a:defRPr sz="1200">
                <a:solidFill>
                  <a:srgbClr val="888888"/>
                </a:solidFill>
              </a:defRPr>
            </a:lvl3pPr>
            <a:lvl4pPr indent="-228600" lvl="3" marL="1828800" algn="l">
              <a:lnSpc>
                <a:spcPct val="90000"/>
              </a:lnSpc>
              <a:spcBef>
                <a:spcPts val="300"/>
              </a:spcBef>
              <a:spcAft>
                <a:spcPts val="0"/>
              </a:spcAft>
              <a:buSzPts val="1100"/>
              <a:buNone/>
              <a:defRPr sz="1100">
                <a:solidFill>
                  <a:srgbClr val="888888"/>
                </a:solidFill>
              </a:defRPr>
            </a:lvl4pPr>
            <a:lvl5pPr indent="-228600" lvl="4" marL="2286000" algn="l">
              <a:lnSpc>
                <a:spcPct val="90000"/>
              </a:lnSpc>
              <a:spcBef>
                <a:spcPts val="300"/>
              </a:spcBef>
              <a:spcAft>
                <a:spcPts val="0"/>
              </a:spcAft>
              <a:buSzPts val="1100"/>
              <a:buNone/>
              <a:defRPr sz="1100">
                <a:solidFill>
                  <a:srgbClr val="888888"/>
                </a:solidFill>
              </a:defRPr>
            </a:lvl5pPr>
            <a:lvl6pPr indent="-228600" lvl="5" marL="2743200" algn="l">
              <a:lnSpc>
                <a:spcPct val="90000"/>
              </a:lnSpc>
              <a:spcBef>
                <a:spcPts val="300"/>
              </a:spcBef>
              <a:spcAft>
                <a:spcPts val="0"/>
              </a:spcAft>
              <a:buSzPts val="1100"/>
              <a:buNone/>
              <a:defRPr sz="1100">
                <a:solidFill>
                  <a:srgbClr val="888888"/>
                </a:solidFill>
              </a:defRPr>
            </a:lvl6pPr>
            <a:lvl7pPr indent="-228600" lvl="6" marL="3200400" algn="l">
              <a:lnSpc>
                <a:spcPct val="90000"/>
              </a:lnSpc>
              <a:spcBef>
                <a:spcPts val="300"/>
              </a:spcBef>
              <a:spcAft>
                <a:spcPts val="0"/>
              </a:spcAft>
              <a:buSzPts val="1100"/>
              <a:buNone/>
              <a:defRPr sz="1100">
                <a:solidFill>
                  <a:srgbClr val="888888"/>
                </a:solidFill>
              </a:defRPr>
            </a:lvl7pPr>
            <a:lvl8pPr indent="-228600" lvl="7" marL="3657600" algn="l">
              <a:lnSpc>
                <a:spcPct val="90000"/>
              </a:lnSpc>
              <a:spcBef>
                <a:spcPts val="300"/>
              </a:spcBef>
              <a:spcAft>
                <a:spcPts val="0"/>
              </a:spcAft>
              <a:buSzPts val="1100"/>
              <a:buNone/>
              <a:defRPr sz="1100">
                <a:solidFill>
                  <a:srgbClr val="888888"/>
                </a:solidFill>
              </a:defRPr>
            </a:lvl8pPr>
            <a:lvl9pPr indent="-228600" lvl="8" marL="4114800" algn="l">
              <a:lnSpc>
                <a:spcPct val="90000"/>
              </a:lnSpc>
              <a:spcBef>
                <a:spcPts val="300"/>
              </a:spcBef>
              <a:spcAft>
                <a:spcPts val="300"/>
              </a:spcAft>
              <a:buSzPts val="1100"/>
              <a:buNone/>
              <a:defRPr sz="1100">
                <a:solidFill>
                  <a:srgbClr val="888888"/>
                </a:solidFill>
              </a:defRPr>
            </a:lvl9pPr>
          </a:lstStyle>
          <a:p/>
        </p:txBody>
      </p:sp>
      <p:sp>
        <p:nvSpPr>
          <p:cNvPr id="85" name="Google Shape;85;p17"/>
          <p:cNvSpPr txBox="1"/>
          <p:nvPr>
            <p:ph idx="10" type="dt"/>
          </p:nvPr>
        </p:nvSpPr>
        <p:spPr>
          <a:xfrm>
            <a:off x="822960" y="4844839"/>
            <a:ext cx="185420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6" name="Google Shape;86;p17"/>
          <p:cNvSpPr txBox="1"/>
          <p:nvPr>
            <p:ph idx="11" type="ftr"/>
          </p:nvPr>
        </p:nvSpPr>
        <p:spPr>
          <a:xfrm>
            <a:off x="2764639" y="4844839"/>
            <a:ext cx="3617103"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7" name="Google Shape;87;p17"/>
          <p:cNvSpPr txBox="1"/>
          <p:nvPr>
            <p:ph idx="12" type="sldNum"/>
          </p:nvPr>
        </p:nvSpPr>
        <p:spPr>
          <a:xfrm>
            <a:off x="7425344" y="4844839"/>
            <a:ext cx="984019"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88" name="Google Shape;88;p17"/>
          <p:cNvCxnSpPr/>
          <p:nvPr/>
        </p:nvCxnSpPr>
        <p:spPr>
          <a:xfrm>
            <a:off x="905743" y="3257550"/>
            <a:ext cx="740664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9" name="Shape 89"/>
        <p:cNvGrpSpPr/>
        <p:nvPr/>
      </p:nvGrpSpPr>
      <p:grpSpPr>
        <a:xfrm>
          <a:off x="0" y="0"/>
          <a:ext cx="0" cy="0"/>
          <a:chOff x="0" y="0"/>
          <a:chExt cx="0" cy="0"/>
        </a:xfrm>
      </p:grpSpPr>
      <p:sp>
        <p:nvSpPr>
          <p:cNvPr id="90" name="Google Shape;90;p18"/>
          <p:cNvSpPr txBox="1"/>
          <p:nvPr>
            <p:ph type="title"/>
          </p:nvPr>
        </p:nvSpPr>
        <p:spPr>
          <a:xfrm>
            <a:off x="822960" y="214952"/>
            <a:ext cx="7543800" cy="1088068"/>
          </a:xfrm>
          <a:prstGeom prst="rect">
            <a:avLst/>
          </a:prstGeom>
          <a:noFill/>
          <a:ln>
            <a:noFill/>
          </a:ln>
        </p:spPr>
        <p:txBody>
          <a:bodyPr anchorCtr="0" anchor="b" bIns="34275" lIns="68575" spcFirstLastPara="1" rIns="68575" wrap="square" tIns="34275">
            <a:normAutofit/>
          </a:bodyPr>
          <a:lstStyle>
            <a:lvl1pPr lvl="0" algn="l">
              <a:lnSpc>
                <a:spcPct val="85000"/>
              </a:lnSpc>
              <a:spcBef>
                <a:spcPts val="0"/>
              </a:spcBef>
              <a:spcAft>
                <a:spcPts val="0"/>
              </a:spcAft>
              <a:buClr>
                <a:srgbClr val="3F3F3F"/>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1" name="Google Shape;91;p18"/>
          <p:cNvSpPr txBox="1"/>
          <p:nvPr>
            <p:ph idx="1" type="body"/>
          </p:nvPr>
        </p:nvSpPr>
        <p:spPr>
          <a:xfrm>
            <a:off x="822959" y="1384301"/>
            <a:ext cx="3703320" cy="3017520"/>
          </a:xfrm>
          <a:prstGeom prst="rect">
            <a:avLst/>
          </a:prstGeom>
          <a:noFill/>
          <a:ln>
            <a:noFill/>
          </a:ln>
        </p:spPr>
        <p:txBody>
          <a:bodyPr anchorCtr="0" anchor="t" bIns="34275" lIns="0" spcFirstLastPara="1" rIns="0" wrap="square" tIns="34275">
            <a:normAutofit/>
          </a:bodyPr>
          <a:lstStyle>
            <a:lvl1pPr indent="-317500" lvl="0" marL="457200" algn="l">
              <a:lnSpc>
                <a:spcPct val="90000"/>
              </a:lnSpc>
              <a:spcBef>
                <a:spcPts val="900"/>
              </a:spcBef>
              <a:spcAft>
                <a:spcPts val="0"/>
              </a:spcAft>
              <a:buSzPts val="1400"/>
              <a:buChar char=" "/>
              <a:defRPr/>
            </a:lvl1pPr>
            <a:lvl2pPr indent="-317500" lvl="1" marL="914400" algn="l">
              <a:lnSpc>
                <a:spcPct val="90000"/>
              </a:lnSpc>
              <a:spcBef>
                <a:spcPts val="200"/>
              </a:spcBef>
              <a:spcAft>
                <a:spcPts val="0"/>
              </a:spcAft>
              <a:buSzPts val="1400"/>
              <a:buChar char="◦"/>
              <a:defRPr/>
            </a:lvl2pPr>
            <a:lvl3pPr indent="-317500" lvl="2" marL="1371600" algn="l">
              <a:lnSpc>
                <a:spcPct val="90000"/>
              </a:lnSpc>
              <a:spcBef>
                <a:spcPts val="300"/>
              </a:spcBef>
              <a:spcAft>
                <a:spcPts val="0"/>
              </a:spcAft>
              <a:buSzPts val="1400"/>
              <a:buChar char="◦"/>
              <a:defRPr/>
            </a:lvl3pPr>
            <a:lvl4pPr indent="-317500" lvl="3" marL="1828800" algn="l">
              <a:lnSpc>
                <a:spcPct val="90000"/>
              </a:lnSpc>
              <a:spcBef>
                <a:spcPts val="300"/>
              </a:spcBef>
              <a:spcAft>
                <a:spcPts val="0"/>
              </a:spcAft>
              <a:buSzPts val="1400"/>
              <a:buChar char="◦"/>
              <a:defRPr/>
            </a:lvl4pPr>
            <a:lvl5pPr indent="-317500" lvl="4" marL="2286000" algn="l">
              <a:lnSpc>
                <a:spcPct val="90000"/>
              </a:lnSpc>
              <a:spcBef>
                <a:spcPts val="300"/>
              </a:spcBef>
              <a:spcAft>
                <a:spcPts val="0"/>
              </a:spcAft>
              <a:buSzPts val="1400"/>
              <a:buChar char="◦"/>
              <a:defRPr/>
            </a:lvl5pPr>
            <a:lvl6pPr indent="-317500" lvl="5" marL="2743200" algn="l">
              <a:lnSpc>
                <a:spcPct val="90000"/>
              </a:lnSpc>
              <a:spcBef>
                <a:spcPts val="300"/>
              </a:spcBef>
              <a:spcAft>
                <a:spcPts val="0"/>
              </a:spcAft>
              <a:buSzPts val="1400"/>
              <a:buChar char="◦"/>
              <a:defRPr/>
            </a:lvl6pPr>
            <a:lvl7pPr indent="-317500" lvl="6" marL="3200400" algn="l">
              <a:lnSpc>
                <a:spcPct val="90000"/>
              </a:lnSpc>
              <a:spcBef>
                <a:spcPts val="300"/>
              </a:spcBef>
              <a:spcAft>
                <a:spcPts val="0"/>
              </a:spcAft>
              <a:buSzPts val="1400"/>
              <a:buChar char="◦"/>
              <a:defRPr/>
            </a:lvl7pPr>
            <a:lvl8pPr indent="-317500" lvl="7" marL="3657600" algn="l">
              <a:lnSpc>
                <a:spcPct val="90000"/>
              </a:lnSpc>
              <a:spcBef>
                <a:spcPts val="300"/>
              </a:spcBef>
              <a:spcAft>
                <a:spcPts val="0"/>
              </a:spcAft>
              <a:buSzPts val="1400"/>
              <a:buChar char="◦"/>
              <a:defRPr/>
            </a:lvl8pPr>
            <a:lvl9pPr indent="-317500" lvl="8" marL="4114800" algn="l">
              <a:lnSpc>
                <a:spcPct val="90000"/>
              </a:lnSpc>
              <a:spcBef>
                <a:spcPts val="300"/>
              </a:spcBef>
              <a:spcAft>
                <a:spcPts val="300"/>
              </a:spcAft>
              <a:buSzPts val="1400"/>
              <a:buChar char="◦"/>
              <a:defRPr/>
            </a:lvl9pPr>
          </a:lstStyle>
          <a:p/>
        </p:txBody>
      </p:sp>
      <p:sp>
        <p:nvSpPr>
          <p:cNvPr id="92" name="Google Shape;92;p18"/>
          <p:cNvSpPr txBox="1"/>
          <p:nvPr>
            <p:ph idx="2" type="body"/>
          </p:nvPr>
        </p:nvSpPr>
        <p:spPr>
          <a:xfrm>
            <a:off x="4663440" y="1384301"/>
            <a:ext cx="3703320" cy="3017520"/>
          </a:xfrm>
          <a:prstGeom prst="rect">
            <a:avLst/>
          </a:prstGeom>
          <a:noFill/>
          <a:ln>
            <a:noFill/>
          </a:ln>
        </p:spPr>
        <p:txBody>
          <a:bodyPr anchorCtr="0" anchor="t" bIns="34275" lIns="0" spcFirstLastPara="1" rIns="0" wrap="square" tIns="34275">
            <a:normAutofit/>
          </a:bodyPr>
          <a:lstStyle>
            <a:lvl1pPr indent="-317500" lvl="0" marL="457200" algn="l">
              <a:lnSpc>
                <a:spcPct val="90000"/>
              </a:lnSpc>
              <a:spcBef>
                <a:spcPts val="900"/>
              </a:spcBef>
              <a:spcAft>
                <a:spcPts val="0"/>
              </a:spcAft>
              <a:buSzPts val="1400"/>
              <a:buChar char=" "/>
              <a:defRPr/>
            </a:lvl1pPr>
            <a:lvl2pPr indent="-317500" lvl="1" marL="914400" algn="l">
              <a:lnSpc>
                <a:spcPct val="90000"/>
              </a:lnSpc>
              <a:spcBef>
                <a:spcPts val="200"/>
              </a:spcBef>
              <a:spcAft>
                <a:spcPts val="0"/>
              </a:spcAft>
              <a:buSzPts val="1400"/>
              <a:buChar char="◦"/>
              <a:defRPr/>
            </a:lvl2pPr>
            <a:lvl3pPr indent="-317500" lvl="2" marL="1371600" algn="l">
              <a:lnSpc>
                <a:spcPct val="90000"/>
              </a:lnSpc>
              <a:spcBef>
                <a:spcPts val="300"/>
              </a:spcBef>
              <a:spcAft>
                <a:spcPts val="0"/>
              </a:spcAft>
              <a:buSzPts val="1400"/>
              <a:buChar char="◦"/>
              <a:defRPr/>
            </a:lvl3pPr>
            <a:lvl4pPr indent="-317500" lvl="3" marL="1828800" algn="l">
              <a:lnSpc>
                <a:spcPct val="90000"/>
              </a:lnSpc>
              <a:spcBef>
                <a:spcPts val="300"/>
              </a:spcBef>
              <a:spcAft>
                <a:spcPts val="0"/>
              </a:spcAft>
              <a:buSzPts val="1400"/>
              <a:buChar char="◦"/>
              <a:defRPr/>
            </a:lvl4pPr>
            <a:lvl5pPr indent="-317500" lvl="4" marL="2286000" algn="l">
              <a:lnSpc>
                <a:spcPct val="90000"/>
              </a:lnSpc>
              <a:spcBef>
                <a:spcPts val="300"/>
              </a:spcBef>
              <a:spcAft>
                <a:spcPts val="0"/>
              </a:spcAft>
              <a:buSzPts val="1400"/>
              <a:buChar char="◦"/>
              <a:defRPr/>
            </a:lvl5pPr>
            <a:lvl6pPr indent="-317500" lvl="5" marL="2743200" algn="l">
              <a:lnSpc>
                <a:spcPct val="90000"/>
              </a:lnSpc>
              <a:spcBef>
                <a:spcPts val="300"/>
              </a:spcBef>
              <a:spcAft>
                <a:spcPts val="0"/>
              </a:spcAft>
              <a:buSzPts val="1400"/>
              <a:buChar char="◦"/>
              <a:defRPr/>
            </a:lvl6pPr>
            <a:lvl7pPr indent="-317500" lvl="6" marL="3200400" algn="l">
              <a:lnSpc>
                <a:spcPct val="90000"/>
              </a:lnSpc>
              <a:spcBef>
                <a:spcPts val="300"/>
              </a:spcBef>
              <a:spcAft>
                <a:spcPts val="0"/>
              </a:spcAft>
              <a:buSzPts val="1400"/>
              <a:buChar char="◦"/>
              <a:defRPr/>
            </a:lvl7pPr>
            <a:lvl8pPr indent="-317500" lvl="7" marL="3657600" algn="l">
              <a:lnSpc>
                <a:spcPct val="90000"/>
              </a:lnSpc>
              <a:spcBef>
                <a:spcPts val="300"/>
              </a:spcBef>
              <a:spcAft>
                <a:spcPts val="0"/>
              </a:spcAft>
              <a:buSzPts val="1400"/>
              <a:buChar char="◦"/>
              <a:defRPr/>
            </a:lvl8pPr>
            <a:lvl9pPr indent="-317500" lvl="8" marL="4114800" algn="l">
              <a:lnSpc>
                <a:spcPct val="90000"/>
              </a:lnSpc>
              <a:spcBef>
                <a:spcPts val="300"/>
              </a:spcBef>
              <a:spcAft>
                <a:spcPts val="300"/>
              </a:spcAft>
              <a:buSzPts val="1400"/>
              <a:buChar char="◦"/>
              <a:defRPr/>
            </a:lvl9pPr>
          </a:lstStyle>
          <a:p/>
        </p:txBody>
      </p:sp>
      <p:sp>
        <p:nvSpPr>
          <p:cNvPr id="93" name="Google Shape;93;p18"/>
          <p:cNvSpPr txBox="1"/>
          <p:nvPr>
            <p:ph idx="10" type="dt"/>
          </p:nvPr>
        </p:nvSpPr>
        <p:spPr>
          <a:xfrm>
            <a:off x="822960" y="4844839"/>
            <a:ext cx="185420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4" name="Google Shape;94;p18"/>
          <p:cNvSpPr txBox="1"/>
          <p:nvPr>
            <p:ph idx="11" type="ftr"/>
          </p:nvPr>
        </p:nvSpPr>
        <p:spPr>
          <a:xfrm>
            <a:off x="2764639" y="4844839"/>
            <a:ext cx="3617103"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5" name="Google Shape;95;p18"/>
          <p:cNvSpPr txBox="1"/>
          <p:nvPr>
            <p:ph idx="12" type="sldNum"/>
          </p:nvPr>
        </p:nvSpPr>
        <p:spPr>
          <a:xfrm>
            <a:off x="7425344" y="4844839"/>
            <a:ext cx="984019"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96" name="Shape 96"/>
        <p:cNvGrpSpPr/>
        <p:nvPr/>
      </p:nvGrpSpPr>
      <p:grpSpPr>
        <a:xfrm>
          <a:off x="0" y="0"/>
          <a:ext cx="0" cy="0"/>
          <a:chOff x="0" y="0"/>
          <a:chExt cx="0" cy="0"/>
        </a:xfrm>
      </p:grpSpPr>
      <p:sp>
        <p:nvSpPr>
          <p:cNvPr id="97" name="Google Shape;97;p19"/>
          <p:cNvSpPr txBox="1"/>
          <p:nvPr>
            <p:ph type="title"/>
          </p:nvPr>
        </p:nvSpPr>
        <p:spPr>
          <a:xfrm>
            <a:off x="822960" y="214952"/>
            <a:ext cx="7543800" cy="1088068"/>
          </a:xfrm>
          <a:prstGeom prst="rect">
            <a:avLst/>
          </a:prstGeom>
          <a:noFill/>
          <a:ln>
            <a:noFill/>
          </a:ln>
        </p:spPr>
        <p:txBody>
          <a:bodyPr anchorCtr="0" anchor="b" bIns="34275" lIns="68575" spcFirstLastPara="1" rIns="68575" wrap="square" tIns="34275">
            <a:normAutofit/>
          </a:bodyPr>
          <a:lstStyle>
            <a:lvl1pPr lvl="0" algn="l">
              <a:lnSpc>
                <a:spcPct val="85000"/>
              </a:lnSpc>
              <a:spcBef>
                <a:spcPts val="0"/>
              </a:spcBef>
              <a:spcAft>
                <a:spcPts val="0"/>
              </a:spcAft>
              <a:buClr>
                <a:srgbClr val="3F3F3F"/>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8" name="Google Shape;98;p19"/>
          <p:cNvSpPr txBox="1"/>
          <p:nvPr>
            <p:ph idx="1" type="body"/>
          </p:nvPr>
        </p:nvSpPr>
        <p:spPr>
          <a:xfrm>
            <a:off x="822960" y="1384539"/>
            <a:ext cx="3703320" cy="552211"/>
          </a:xfrm>
          <a:prstGeom prst="rect">
            <a:avLst/>
          </a:prstGeom>
          <a:noFill/>
          <a:ln>
            <a:noFill/>
          </a:ln>
        </p:spPr>
        <p:txBody>
          <a:bodyPr anchorCtr="0" anchor="ctr" bIns="34275" lIns="68575" spcFirstLastPara="1" rIns="68575" wrap="square" tIns="34275">
            <a:normAutofit/>
          </a:bodyPr>
          <a:lstStyle>
            <a:lvl1pPr indent="-228600" lvl="0" marL="457200" algn="l">
              <a:lnSpc>
                <a:spcPct val="90000"/>
              </a:lnSpc>
              <a:spcBef>
                <a:spcPts val="900"/>
              </a:spcBef>
              <a:spcAft>
                <a:spcPts val="0"/>
              </a:spcAft>
              <a:buSzPts val="1500"/>
              <a:buNone/>
              <a:defRPr b="0" sz="1500" cap="none">
                <a:solidFill>
                  <a:schemeClr val="dk2"/>
                </a:solidFill>
              </a:defRPr>
            </a:lvl1pPr>
            <a:lvl2pPr indent="-228600" lvl="1" marL="914400" algn="l">
              <a:lnSpc>
                <a:spcPct val="90000"/>
              </a:lnSpc>
              <a:spcBef>
                <a:spcPts val="200"/>
              </a:spcBef>
              <a:spcAft>
                <a:spcPts val="0"/>
              </a:spcAft>
              <a:buSzPts val="1500"/>
              <a:buNone/>
              <a:defRPr b="1" sz="1500"/>
            </a:lvl2pPr>
            <a:lvl3pPr indent="-228600" lvl="2" marL="1371600" algn="l">
              <a:lnSpc>
                <a:spcPct val="90000"/>
              </a:lnSpc>
              <a:spcBef>
                <a:spcPts val="300"/>
              </a:spcBef>
              <a:spcAft>
                <a:spcPts val="0"/>
              </a:spcAft>
              <a:buSzPts val="1400"/>
              <a:buNone/>
              <a:defRPr b="1" sz="1400"/>
            </a:lvl3pPr>
            <a:lvl4pPr indent="-228600" lvl="3" marL="1828800" algn="l">
              <a:lnSpc>
                <a:spcPct val="90000"/>
              </a:lnSpc>
              <a:spcBef>
                <a:spcPts val="300"/>
              </a:spcBef>
              <a:spcAft>
                <a:spcPts val="0"/>
              </a:spcAft>
              <a:buSzPts val="1200"/>
              <a:buNone/>
              <a:defRPr b="1" sz="1200"/>
            </a:lvl4pPr>
            <a:lvl5pPr indent="-228600" lvl="4" marL="2286000" algn="l">
              <a:lnSpc>
                <a:spcPct val="90000"/>
              </a:lnSpc>
              <a:spcBef>
                <a:spcPts val="300"/>
              </a:spcBef>
              <a:spcAft>
                <a:spcPts val="0"/>
              </a:spcAft>
              <a:buSzPts val="1200"/>
              <a:buNone/>
              <a:defRPr b="1" sz="1200"/>
            </a:lvl5pPr>
            <a:lvl6pPr indent="-228600" lvl="5" marL="2743200" algn="l">
              <a:lnSpc>
                <a:spcPct val="90000"/>
              </a:lnSpc>
              <a:spcBef>
                <a:spcPts val="300"/>
              </a:spcBef>
              <a:spcAft>
                <a:spcPts val="0"/>
              </a:spcAft>
              <a:buSzPts val="1200"/>
              <a:buNone/>
              <a:defRPr b="1" sz="1200"/>
            </a:lvl6pPr>
            <a:lvl7pPr indent="-228600" lvl="6" marL="3200400" algn="l">
              <a:lnSpc>
                <a:spcPct val="90000"/>
              </a:lnSpc>
              <a:spcBef>
                <a:spcPts val="300"/>
              </a:spcBef>
              <a:spcAft>
                <a:spcPts val="0"/>
              </a:spcAft>
              <a:buSzPts val="1200"/>
              <a:buNone/>
              <a:defRPr b="1" sz="1200"/>
            </a:lvl7pPr>
            <a:lvl8pPr indent="-228600" lvl="7" marL="3657600" algn="l">
              <a:lnSpc>
                <a:spcPct val="90000"/>
              </a:lnSpc>
              <a:spcBef>
                <a:spcPts val="300"/>
              </a:spcBef>
              <a:spcAft>
                <a:spcPts val="0"/>
              </a:spcAft>
              <a:buSzPts val="1200"/>
              <a:buNone/>
              <a:defRPr b="1" sz="1200"/>
            </a:lvl8pPr>
            <a:lvl9pPr indent="-228600" lvl="8" marL="4114800" algn="l">
              <a:lnSpc>
                <a:spcPct val="90000"/>
              </a:lnSpc>
              <a:spcBef>
                <a:spcPts val="300"/>
              </a:spcBef>
              <a:spcAft>
                <a:spcPts val="300"/>
              </a:spcAft>
              <a:buSzPts val="1200"/>
              <a:buNone/>
              <a:defRPr b="1" sz="1200"/>
            </a:lvl9pPr>
          </a:lstStyle>
          <a:p/>
        </p:txBody>
      </p:sp>
      <p:sp>
        <p:nvSpPr>
          <p:cNvPr id="99" name="Google Shape;99;p19"/>
          <p:cNvSpPr txBox="1"/>
          <p:nvPr>
            <p:ph idx="2" type="body"/>
          </p:nvPr>
        </p:nvSpPr>
        <p:spPr>
          <a:xfrm>
            <a:off x="822960" y="1936751"/>
            <a:ext cx="3703320" cy="2533650"/>
          </a:xfrm>
          <a:prstGeom prst="rect">
            <a:avLst/>
          </a:prstGeom>
          <a:noFill/>
          <a:ln>
            <a:noFill/>
          </a:ln>
        </p:spPr>
        <p:txBody>
          <a:bodyPr anchorCtr="0" anchor="t" bIns="34275" lIns="0" spcFirstLastPara="1" rIns="0" wrap="square" tIns="34275">
            <a:normAutofit/>
          </a:bodyPr>
          <a:lstStyle>
            <a:lvl1pPr indent="-317500" lvl="0" marL="457200" algn="l">
              <a:lnSpc>
                <a:spcPct val="90000"/>
              </a:lnSpc>
              <a:spcBef>
                <a:spcPts val="900"/>
              </a:spcBef>
              <a:spcAft>
                <a:spcPts val="0"/>
              </a:spcAft>
              <a:buSzPts val="1400"/>
              <a:buChar char=" "/>
              <a:defRPr/>
            </a:lvl1pPr>
            <a:lvl2pPr indent="-317500" lvl="1" marL="914400" algn="l">
              <a:lnSpc>
                <a:spcPct val="90000"/>
              </a:lnSpc>
              <a:spcBef>
                <a:spcPts val="200"/>
              </a:spcBef>
              <a:spcAft>
                <a:spcPts val="0"/>
              </a:spcAft>
              <a:buSzPts val="1400"/>
              <a:buChar char="◦"/>
              <a:defRPr/>
            </a:lvl2pPr>
            <a:lvl3pPr indent="-317500" lvl="2" marL="1371600" algn="l">
              <a:lnSpc>
                <a:spcPct val="90000"/>
              </a:lnSpc>
              <a:spcBef>
                <a:spcPts val="300"/>
              </a:spcBef>
              <a:spcAft>
                <a:spcPts val="0"/>
              </a:spcAft>
              <a:buSzPts val="1400"/>
              <a:buChar char="◦"/>
              <a:defRPr/>
            </a:lvl3pPr>
            <a:lvl4pPr indent="-317500" lvl="3" marL="1828800" algn="l">
              <a:lnSpc>
                <a:spcPct val="90000"/>
              </a:lnSpc>
              <a:spcBef>
                <a:spcPts val="300"/>
              </a:spcBef>
              <a:spcAft>
                <a:spcPts val="0"/>
              </a:spcAft>
              <a:buSzPts val="1400"/>
              <a:buChar char="◦"/>
              <a:defRPr/>
            </a:lvl4pPr>
            <a:lvl5pPr indent="-317500" lvl="4" marL="2286000" algn="l">
              <a:lnSpc>
                <a:spcPct val="90000"/>
              </a:lnSpc>
              <a:spcBef>
                <a:spcPts val="300"/>
              </a:spcBef>
              <a:spcAft>
                <a:spcPts val="0"/>
              </a:spcAft>
              <a:buSzPts val="1400"/>
              <a:buChar char="◦"/>
              <a:defRPr/>
            </a:lvl5pPr>
            <a:lvl6pPr indent="-317500" lvl="5" marL="2743200" algn="l">
              <a:lnSpc>
                <a:spcPct val="90000"/>
              </a:lnSpc>
              <a:spcBef>
                <a:spcPts val="300"/>
              </a:spcBef>
              <a:spcAft>
                <a:spcPts val="0"/>
              </a:spcAft>
              <a:buSzPts val="1400"/>
              <a:buChar char="◦"/>
              <a:defRPr/>
            </a:lvl6pPr>
            <a:lvl7pPr indent="-317500" lvl="6" marL="3200400" algn="l">
              <a:lnSpc>
                <a:spcPct val="90000"/>
              </a:lnSpc>
              <a:spcBef>
                <a:spcPts val="300"/>
              </a:spcBef>
              <a:spcAft>
                <a:spcPts val="0"/>
              </a:spcAft>
              <a:buSzPts val="1400"/>
              <a:buChar char="◦"/>
              <a:defRPr/>
            </a:lvl7pPr>
            <a:lvl8pPr indent="-317500" lvl="7" marL="3657600" algn="l">
              <a:lnSpc>
                <a:spcPct val="90000"/>
              </a:lnSpc>
              <a:spcBef>
                <a:spcPts val="300"/>
              </a:spcBef>
              <a:spcAft>
                <a:spcPts val="0"/>
              </a:spcAft>
              <a:buSzPts val="1400"/>
              <a:buChar char="◦"/>
              <a:defRPr/>
            </a:lvl8pPr>
            <a:lvl9pPr indent="-317500" lvl="8" marL="4114800" algn="l">
              <a:lnSpc>
                <a:spcPct val="90000"/>
              </a:lnSpc>
              <a:spcBef>
                <a:spcPts val="300"/>
              </a:spcBef>
              <a:spcAft>
                <a:spcPts val="300"/>
              </a:spcAft>
              <a:buSzPts val="1400"/>
              <a:buChar char="◦"/>
              <a:defRPr/>
            </a:lvl9pPr>
          </a:lstStyle>
          <a:p/>
        </p:txBody>
      </p:sp>
      <p:sp>
        <p:nvSpPr>
          <p:cNvPr id="100" name="Google Shape;100;p19"/>
          <p:cNvSpPr txBox="1"/>
          <p:nvPr>
            <p:ph idx="3" type="body"/>
          </p:nvPr>
        </p:nvSpPr>
        <p:spPr>
          <a:xfrm>
            <a:off x="4663440" y="1384539"/>
            <a:ext cx="3703320" cy="552211"/>
          </a:xfrm>
          <a:prstGeom prst="rect">
            <a:avLst/>
          </a:prstGeom>
          <a:noFill/>
          <a:ln>
            <a:noFill/>
          </a:ln>
        </p:spPr>
        <p:txBody>
          <a:bodyPr anchorCtr="0" anchor="ctr" bIns="34275" lIns="68575" spcFirstLastPara="1" rIns="68575" wrap="square" tIns="34275">
            <a:normAutofit/>
          </a:bodyPr>
          <a:lstStyle>
            <a:lvl1pPr indent="-228600" lvl="0" marL="457200" algn="l">
              <a:lnSpc>
                <a:spcPct val="90000"/>
              </a:lnSpc>
              <a:spcBef>
                <a:spcPts val="900"/>
              </a:spcBef>
              <a:spcAft>
                <a:spcPts val="0"/>
              </a:spcAft>
              <a:buSzPts val="1500"/>
              <a:buNone/>
              <a:defRPr b="0" sz="1500" cap="none">
                <a:solidFill>
                  <a:schemeClr val="dk2"/>
                </a:solidFill>
              </a:defRPr>
            </a:lvl1pPr>
            <a:lvl2pPr indent="-228600" lvl="1" marL="914400" algn="l">
              <a:lnSpc>
                <a:spcPct val="90000"/>
              </a:lnSpc>
              <a:spcBef>
                <a:spcPts val="200"/>
              </a:spcBef>
              <a:spcAft>
                <a:spcPts val="0"/>
              </a:spcAft>
              <a:buSzPts val="1500"/>
              <a:buNone/>
              <a:defRPr b="1" sz="1500"/>
            </a:lvl2pPr>
            <a:lvl3pPr indent="-228600" lvl="2" marL="1371600" algn="l">
              <a:lnSpc>
                <a:spcPct val="90000"/>
              </a:lnSpc>
              <a:spcBef>
                <a:spcPts val="300"/>
              </a:spcBef>
              <a:spcAft>
                <a:spcPts val="0"/>
              </a:spcAft>
              <a:buSzPts val="1400"/>
              <a:buNone/>
              <a:defRPr b="1" sz="1400"/>
            </a:lvl3pPr>
            <a:lvl4pPr indent="-228600" lvl="3" marL="1828800" algn="l">
              <a:lnSpc>
                <a:spcPct val="90000"/>
              </a:lnSpc>
              <a:spcBef>
                <a:spcPts val="300"/>
              </a:spcBef>
              <a:spcAft>
                <a:spcPts val="0"/>
              </a:spcAft>
              <a:buSzPts val="1200"/>
              <a:buNone/>
              <a:defRPr b="1" sz="1200"/>
            </a:lvl4pPr>
            <a:lvl5pPr indent="-228600" lvl="4" marL="2286000" algn="l">
              <a:lnSpc>
                <a:spcPct val="90000"/>
              </a:lnSpc>
              <a:spcBef>
                <a:spcPts val="300"/>
              </a:spcBef>
              <a:spcAft>
                <a:spcPts val="0"/>
              </a:spcAft>
              <a:buSzPts val="1200"/>
              <a:buNone/>
              <a:defRPr b="1" sz="1200"/>
            </a:lvl5pPr>
            <a:lvl6pPr indent="-228600" lvl="5" marL="2743200" algn="l">
              <a:lnSpc>
                <a:spcPct val="90000"/>
              </a:lnSpc>
              <a:spcBef>
                <a:spcPts val="300"/>
              </a:spcBef>
              <a:spcAft>
                <a:spcPts val="0"/>
              </a:spcAft>
              <a:buSzPts val="1200"/>
              <a:buNone/>
              <a:defRPr b="1" sz="1200"/>
            </a:lvl6pPr>
            <a:lvl7pPr indent="-228600" lvl="6" marL="3200400" algn="l">
              <a:lnSpc>
                <a:spcPct val="90000"/>
              </a:lnSpc>
              <a:spcBef>
                <a:spcPts val="300"/>
              </a:spcBef>
              <a:spcAft>
                <a:spcPts val="0"/>
              </a:spcAft>
              <a:buSzPts val="1200"/>
              <a:buNone/>
              <a:defRPr b="1" sz="1200"/>
            </a:lvl7pPr>
            <a:lvl8pPr indent="-228600" lvl="7" marL="3657600" algn="l">
              <a:lnSpc>
                <a:spcPct val="90000"/>
              </a:lnSpc>
              <a:spcBef>
                <a:spcPts val="300"/>
              </a:spcBef>
              <a:spcAft>
                <a:spcPts val="0"/>
              </a:spcAft>
              <a:buSzPts val="1200"/>
              <a:buNone/>
              <a:defRPr b="1" sz="1200"/>
            </a:lvl8pPr>
            <a:lvl9pPr indent="-228600" lvl="8" marL="4114800" algn="l">
              <a:lnSpc>
                <a:spcPct val="90000"/>
              </a:lnSpc>
              <a:spcBef>
                <a:spcPts val="300"/>
              </a:spcBef>
              <a:spcAft>
                <a:spcPts val="300"/>
              </a:spcAft>
              <a:buSzPts val="1200"/>
              <a:buNone/>
              <a:defRPr b="1" sz="1200"/>
            </a:lvl9pPr>
          </a:lstStyle>
          <a:p/>
        </p:txBody>
      </p:sp>
      <p:sp>
        <p:nvSpPr>
          <p:cNvPr id="101" name="Google Shape;101;p19"/>
          <p:cNvSpPr txBox="1"/>
          <p:nvPr>
            <p:ph idx="4" type="body"/>
          </p:nvPr>
        </p:nvSpPr>
        <p:spPr>
          <a:xfrm>
            <a:off x="4663440" y="1936751"/>
            <a:ext cx="3703320" cy="2533650"/>
          </a:xfrm>
          <a:prstGeom prst="rect">
            <a:avLst/>
          </a:prstGeom>
          <a:noFill/>
          <a:ln>
            <a:noFill/>
          </a:ln>
        </p:spPr>
        <p:txBody>
          <a:bodyPr anchorCtr="0" anchor="t" bIns="34275" lIns="0" spcFirstLastPara="1" rIns="0" wrap="square" tIns="34275">
            <a:normAutofit/>
          </a:bodyPr>
          <a:lstStyle>
            <a:lvl1pPr indent="-317500" lvl="0" marL="457200" algn="l">
              <a:lnSpc>
                <a:spcPct val="90000"/>
              </a:lnSpc>
              <a:spcBef>
                <a:spcPts val="900"/>
              </a:spcBef>
              <a:spcAft>
                <a:spcPts val="0"/>
              </a:spcAft>
              <a:buSzPts val="1400"/>
              <a:buChar char=" "/>
              <a:defRPr/>
            </a:lvl1pPr>
            <a:lvl2pPr indent="-317500" lvl="1" marL="914400" algn="l">
              <a:lnSpc>
                <a:spcPct val="90000"/>
              </a:lnSpc>
              <a:spcBef>
                <a:spcPts val="200"/>
              </a:spcBef>
              <a:spcAft>
                <a:spcPts val="0"/>
              </a:spcAft>
              <a:buSzPts val="1400"/>
              <a:buChar char="◦"/>
              <a:defRPr/>
            </a:lvl2pPr>
            <a:lvl3pPr indent="-317500" lvl="2" marL="1371600" algn="l">
              <a:lnSpc>
                <a:spcPct val="90000"/>
              </a:lnSpc>
              <a:spcBef>
                <a:spcPts val="300"/>
              </a:spcBef>
              <a:spcAft>
                <a:spcPts val="0"/>
              </a:spcAft>
              <a:buSzPts val="1400"/>
              <a:buChar char="◦"/>
              <a:defRPr/>
            </a:lvl3pPr>
            <a:lvl4pPr indent="-317500" lvl="3" marL="1828800" algn="l">
              <a:lnSpc>
                <a:spcPct val="90000"/>
              </a:lnSpc>
              <a:spcBef>
                <a:spcPts val="300"/>
              </a:spcBef>
              <a:spcAft>
                <a:spcPts val="0"/>
              </a:spcAft>
              <a:buSzPts val="1400"/>
              <a:buChar char="◦"/>
              <a:defRPr/>
            </a:lvl4pPr>
            <a:lvl5pPr indent="-317500" lvl="4" marL="2286000" algn="l">
              <a:lnSpc>
                <a:spcPct val="90000"/>
              </a:lnSpc>
              <a:spcBef>
                <a:spcPts val="300"/>
              </a:spcBef>
              <a:spcAft>
                <a:spcPts val="0"/>
              </a:spcAft>
              <a:buSzPts val="1400"/>
              <a:buChar char="◦"/>
              <a:defRPr/>
            </a:lvl5pPr>
            <a:lvl6pPr indent="-317500" lvl="5" marL="2743200" algn="l">
              <a:lnSpc>
                <a:spcPct val="90000"/>
              </a:lnSpc>
              <a:spcBef>
                <a:spcPts val="300"/>
              </a:spcBef>
              <a:spcAft>
                <a:spcPts val="0"/>
              </a:spcAft>
              <a:buSzPts val="1400"/>
              <a:buChar char="◦"/>
              <a:defRPr/>
            </a:lvl6pPr>
            <a:lvl7pPr indent="-317500" lvl="6" marL="3200400" algn="l">
              <a:lnSpc>
                <a:spcPct val="90000"/>
              </a:lnSpc>
              <a:spcBef>
                <a:spcPts val="300"/>
              </a:spcBef>
              <a:spcAft>
                <a:spcPts val="0"/>
              </a:spcAft>
              <a:buSzPts val="1400"/>
              <a:buChar char="◦"/>
              <a:defRPr/>
            </a:lvl7pPr>
            <a:lvl8pPr indent="-317500" lvl="7" marL="3657600" algn="l">
              <a:lnSpc>
                <a:spcPct val="90000"/>
              </a:lnSpc>
              <a:spcBef>
                <a:spcPts val="300"/>
              </a:spcBef>
              <a:spcAft>
                <a:spcPts val="0"/>
              </a:spcAft>
              <a:buSzPts val="1400"/>
              <a:buChar char="◦"/>
              <a:defRPr/>
            </a:lvl8pPr>
            <a:lvl9pPr indent="-317500" lvl="8" marL="4114800" algn="l">
              <a:lnSpc>
                <a:spcPct val="90000"/>
              </a:lnSpc>
              <a:spcBef>
                <a:spcPts val="300"/>
              </a:spcBef>
              <a:spcAft>
                <a:spcPts val="300"/>
              </a:spcAft>
              <a:buSzPts val="1400"/>
              <a:buChar char="◦"/>
              <a:defRPr/>
            </a:lvl9pPr>
          </a:lstStyle>
          <a:p/>
        </p:txBody>
      </p:sp>
      <p:sp>
        <p:nvSpPr>
          <p:cNvPr id="102" name="Google Shape;102;p19"/>
          <p:cNvSpPr txBox="1"/>
          <p:nvPr>
            <p:ph idx="10" type="dt"/>
          </p:nvPr>
        </p:nvSpPr>
        <p:spPr>
          <a:xfrm>
            <a:off x="822960" y="4844839"/>
            <a:ext cx="185420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3" name="Google Shape;103;p19"/>
          <p:cNvSpPr txBox="1"/>
          <p:nvPr>
            <p:ph idx="11" type="ftr"/>
          </p:nvPr>
        </p:nvSpPr>
        <p:spPr>
          <a:xfrm>
            <a:off x="2764639" y="4844839"/>
            <a:ext cx="3617103"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19"/>
          <p:cNvSpPr txBox="1"/>
          <p:nvPr>
            <p:ph idx="12" type="sldNum"/>
          </p:nvPr>
        </p:nvSpPr>
        <p:spPr>
          <a:xfrm>
            <a:off x="7425344" y="4844839"/>
            <a:ext cx="984019"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5" name="Shape 105"/>
        <p:cNvGrpSpPr/>
        <p:nvPr/>
      </p:nvGrpSpPr>
      <p:grpSpPr>
        <a:xfrm>
          <a:off x="0" y="0"/>
          <a:ext cx="0" cy="0"/>
          <a:chOff x="0" y="0"/>
          <a:chExt cx="0" cy="0"/>
        </a:xfrm>
      </p:grpSpPr>
      <p:sp>
        <p:nvSpPr>
          <p:cNvPr id="106" name="Google Shape;106;p20"/>
          <p:cNvSpPr txBox="1"/>
          <p:nvPr>
            <p:ph type="title"/>
          </p:nvPr>
        </p:nvSpPr>
        <p:spPr>
          <a:xfrm>
            <a:off x="822960" y="214952"/>
            <a:ext cx="7543800" cy="1088068"/>
          </a:xfrm>
          <a:prstGeom prst="rect">
            <a:avLst/>
          </a:prstGeom>
          <a:noFill/>
          <a:ln>
            <a:noFill/>
          </a:ln>
        </p:spPr>
        <p:txBody>
          <a:bodyPr anchorCtr="0" anchor="b" bIns="34275" lIns="68575" spcFirstLastPara="1" rIns="68575" wrap="square" tIns="34275">
            <a:normAutofit/>
          </a:bodyPr>
          <a:lstStyle>
            <a:lvl1pPr lvl="0" algn="l">
              <a:lnSpc>
                <a:spcPct val="85000"/>
              </a:lnSpc>
              <a:spcBef>
                <a:spcPts val="0"/>
              </a:spcBef>
              <a:spcAft>
                <a:spcPts val="0"/>
              </a:spcAft>
              <a:buClr>
                <a:srgbClr val="3F3F3F"/>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7" name="Google Shape;107;p20"/>
          <p:cNvSpPr txBox="1"/>
          <p:nvPr>
            <p:ph idx="10" type="dt"/>
          </p:nvPr>
        </p:nvSpPr>
        <p:spPr>
          <a:xfrm>
            <a:off x="822960" y="4844839"/>
            <a:ext cx="185420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8" name="Google Shape;108;p20"/>
          <p:cNvSpPr txBox="1"/>
          <p:nvPr>
            <p:ph idx="11" type="ftr"/>
          </p:nvPr>
        </p:nvSpPr>
        <p:spPr>
          <a:xfrm>
            <a:off x="2764639" y="4844839"/>
            <a:ext cx="3617103"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9" name="Google Shape;109;p20"/>
          <p:cNvSpPr txBox="1"/>
          <p:nvPr>
            <p:ph idx="12" type="sldNum"/>
          </p:nvPr>
        </p:nvSpPr>
        <p:spPr>
          <a:xfrm>
            <a:off x="7425344" y="4844839"/>
            <a:ext cx="984019"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110" name="Shape 110"/>
        <p:cNvGrpSpPr/>
        <p:nvPr/>
      </p:nvGrpSpPr>
      <p:grpSpPr>
        <a:xfrm>
          <a:off x="0" y="0"/>
          <a:ext cx="0" cy="0"/>
          <a:chOff x="0" y="0"/>
          <a:chExt cx="0" cy="0"/>
        </a:xfrm>
      </p:grpSpPr>
      <p:sp>
        <p:nvSpPr>
          <p:cNvPr id="111" name="Google Shape;111;p21"/>
          <p:cNvSpPr/>
          <p:nvPr/>
        </p:nvSpPr>
        <p:spPr>
          <a:xfrm>
            <a:off x="12" y="0"/>
            <a:ext cx="3038093" cy="5143500"/>
          </a:xfrm>
          <a:prstGeom prst="rect">
            <a:avLst/>
          </a:prstGeom>
          <a:solidFill>
            <a:schemeClr val="accen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2" name="Google Shape;112;p21"/>
          <p:cNvSpPr/>
          <p:nvPr/>
        </p:nvSpPr>
        <p:spPr>
          <a:xfrm>
            <a:off x="3030053" y="0"/>
            <a:ext cx="48006" cy="5143500"/>
          </a:xfrm>
          <a:prstGeom prst="rect">
            <a:avLst/>
          </a:prstGeom>
          <a:solidFill>
            <a:schemeClr val="accen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3" name="Google Shape;113;p21"/>
          <p:cNvSpPr txBox="1"/>
          <p:nvPr>
            <p:ph type="title"/>
          </p:nvPr>
        </p:nvSpPr>
        <p:spPr>
          <a:xfrm>
            <a:off x="342900" y="445769"/>
            <a:ext cx="2400300" cy="1714500"/>
          </a:xfrm>
          <a:prstGeom prst="rect">
            <a:avLst/>
          </a:prstGeom>
          <a:noFill/>
          <a:ln>
            <a:noFill/>
          </a:ln>
        </p:spPr>
        <p:txBody>
          <a:bodyPr anchorCtr="0" anchor="b" bIns="34275" lIns="68575" spcFirstLastPara="1" rIns="68575" wrap="square" tIns="34275">
            <a:normAutofit/>
          </a:bodyPr>
          <a:lstStyle>
            <a:lvl1pPr lvl="0" algn="l">
              <a:lnSpc>
                <a:spcPct val="85000"/>
              </a:lnSpc>
              <a:spcBef>
                <a:spcPts val="0"/>
              </a:spcBef>
              <a:spcAft>
                <a:spcPts val="0"/>
              </a:spcAft>
              <a:buClr>
                <a:srgbClr val="FFFFFF"/>
              </a:buClr>
              <a:buSzPts val="2700"/>
              <a:buFont typeface="Calibri"/>
              <a:buNone/>
              <a:defRPr b="0" sz="2700">
                <a:solidFill>
                  <a:srgbClr val="FFFFFF"/>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4" name="Google Shape;114;p21"/>
          <p:cNvSpPr txBox="1"/>
          <p:nvPr>
            <p:ph idx="1" type="body"/>
          </p:nvPr>
        </p:nvSpPr>
        <p:spPr>
          <a:xfrm>
            <a:off x="3600450" y="548640"/>
            <a:ext cx="4869180" cy="3943350"/>
          </a:xfrm>
          <a:prstGeom prst="rect">
            <a:avLst/>
          </a:prstGeom>
          <a:noFill/>
          <a:ln>
            <a:noFill/>
          </a:ln>
        </p:spPr>
        <p:txBody>
          <a:bodyPr anchorCtr="0" anchor="t" bIns="34275" lIns="0" spcFirstLastPara="1" rIns="0" wrap="square" tIns="34275">
            <a:normAutofit/>
          </a:bodyPr>
          <a:lstStyle>
            <a:lvl1pPr indent="-317500" lvl="0" marL="457200" algn="l">
              <a:lnSpc>
                <a:spcPct val="90000"/>
              </a:lnSpc>
              <a:spcBef>
                <a:spcPts val="900"/>
              </a:spcBef>
              <a:spcAft>
                <a:spcPts val="0"/>
              </a:spcAft>
              <a:buSzPts val="1400"/>
              <a:buChar char=" "/>
              <a:defRPr/>
            </a:lvl1pPr>
            <a:lvl2pPr indent="-317500" lvl="1" marL="914400" algn="l">
              <a:lnSpc>
                <a:spcPct val="90000"/>
              </a:lnSpc>
              <a:spcBef>
                <a:spcPts val="200"/>
              </a:spcBef>
              <a:spcAft>
                <a:spcPts val="0"/>
              </a:spcAft>
              <a:buSzPts val="1400"/>
              <a:buChar char="◦"/>
              <a:defRPr/>
            </a:lvl2pPr>
            <a:lvl3pPr indent="-317500" lvl="2" marL="1371600" algn="l">
              <a:lnSpc>
                <a:spcPct val="90000"/>
              </a:lnSpc>
              <a:spcBef>
                <a:spcPts val="300"/>
              </a:spcBef>
              <a:spcAft>
                <a:spcPts val="0"/>
              </a:spcAft>
              <a:buSzPts val="1400"/>
              <a:buChar char="◦"/>
              <a:defRPr/>
            </a:lvl3pPr>
            <a:lvl4pPr indent="-317500" lvl="3" marL="1828800" algn="l">
              <a:lnSpc>
                <a:spcPct val="90000"/>
              </a:lnSpc>
              <a:spcBef>
                <a:spcPts val="300"/>
              </a:spcBef>
              <a:spcAft>
                <a:spcPts val="0"/>
              </a:spcAft>
              <a:buSzPts val="1400"/>
              <a:buChar char="◦"/>
              <a:defRPr/>
            </a:lvl4pPr>
            <a:lvl5pPr indent="-317500" lvl="4" marL="2286000" algn="l">
              <a:lnSpc>
                <a:spcPct val="90000"/>
              </a:lnSpc>
              <a:spcBef>
                <a:spcPts val="300"/>
              </a:spcBef>
              <a:spcAft>
                <a:spcPts val="0"/>
              </a:spcAft>
              <a:buSzPts val="1400"/>
              <a:buChar char="◦"/>
              <a:defRPr/>
            </a:lvl5pPr>
            <a:lvl6pPr indent="-317500" lvl="5" marL="2743200" algn="l">
              <a:lnSpc>
                <a:spcPct val="90000"/>
              </a:lnSpc>
              <a:spcBef>
                <a:spcPts val="300"/>
              </a:spcBef>
              <a:spcAft>
                <a:spcPts val="0"/>
              </a:spcAft>
              <a:buSzPts val="1400"/>
              <a:buChar char="◦"/>
              <a:defRPr/>
            </a:lvl6pPr>
            <a:lvl7pPr indent="-317500" lvl="6" marL="3200400" algn="l">
              <a:lnSpc>
                <a:spcPct val="90000"/>
              </a:lnSpc>
              <a:spcBef>
                <a:spcPts val="300"/>
              </a:spcBef>
              <a:spcAft>
                <a:spcPts val="0"/>
              </a:spcAft>
              <a:buSzPts val="1400"/>
              <a:buChar char="◦"/>
              <a:defRPr/>
            </a:lvl7pPr>
            <a:lvl8pPr indent="-317500" lvl="7" marL="3657600" algn="l">
              <a:lnSpc>
                <a:spcPct val="90000"/>
              </a:lnSpc>
              <a:spcBef>
                <a:spcPts val="300"/>
              </a:spcBef>
              <a:spcAft>
                <a:spcPts val="0"/>
              </a:spcAft>
              <a:buSzPts val="1400"/>
              <a:buChar char="◦"/>
              <a:defRPr/>
            </a:lvl8pPr>
            <a:lvl9pPr indent="-317500" lvl="8" marL="4114800" algn="l">
              <a:lnSpc>
                <a:spcPct val="90000"/>
              </a:lnSpc>
              <a:spcBef>
                <a:spcPts val="300"/>
              </a:spcBef>
              <a:spcAft>
                <a:spcPts val="300"/>
              </a:spcAft>
              <a:buSzPts val="1400"/>
              <a:buChar char="◦"/>
              <a:defRPr/>
            </a:lvl9pPr>
          </a:lstStyle>
          <a:p/>
        </p:txBody>
      </p:sp>
      <p:sp>
        <p:nvSpPr>
          <p:cNvPr id="115" name="Google Shape;115;p21"/>
          <p:cNvSpPr txBox="1"/>
          <p:nvPr>
            <p:ph idx="2" type="body"/>
          </p:nvPr>
        </p:nvSpPr>
        <p:spPr>
          <a:xfrm>
            <a:off x="342900" y="2194560"/>
            <a:ext cx="2400300" cy="2534343"/>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900"/>
              </a:spcBef>
              <a:spcAft>
                <a:spcPts val="0"/>
              </a:spcAft>
              <a:buSzPts val="1100"/>
              <a:buNone/>
              <a:defRPr sz="1100">
                <a:solidFill>
                  <a:srgbClr val="FFFFFF"/>
                </a:solidFill>
              </a:defRPr>
            </a:lvl1pPr>
            <a:lvl2pPr indent="-228600" lvl="1" marL="914400" algn="l">
              <a:lnSpc>
                <a:spcPct val="90000"/>
              </a:lnSpc>
              <a:spcBef>
                <a:spcPts val="200"/>
              </a:spcBef>
              <a:spcAft>
                <a:spcPts val="0"/>
              </a:spcAft>
              <a:buSzPts val="900"/>
              <a:buNone/>
              <a:defRPr sz="900"/>
            </a:lvl2pPr>
            <a:lvl3pPr indent="-228600" lvl="2" marL="1371600" algn="l">
              <a:lnSpc>
                <a:spcPct val="90000"/>
              </a:lnSpc>
              <a:spcBef>
                <a:spcPts val="300"/>
              </a:spcBef>
              <a:spcAft>
                <a:spcPts val="0"/>
              </a:spcAft>
              <a:buSzPts val="800"/>
              <a:buNone/>
              <a:defRPr sz="800"/>
            </a:lvl3pPr>
            <a:lvl4pPr indent="-228600" lvl="3" marL="1828800" algn="l">
              <a:lnSpc>
                <a:spcPct val="90000"/>
              </a:lnSpc>
              <a:spcBef>
                <a:spcPts val="300"/>
              </a:spcBef>
              <a:spcAft>
                <a:spcPts val="0"/>
              </a:spcAft>
              <a:buSzPts val="700"/>
              <a:buNone/>
              <a:defRPr sz="700"/>
            </a:lvl4pPr>
            <a:lvl5pPr indent="-228600" lvl="4" marL="2286000" algn="l">
              <a:lnSpc>
                <a:spcPct val="90000"/>
              </a:lnSpc>
              <a:spcBef>
                <a:spcPts val="300"/>
              </a:spcBef>
              <a:spcAft>
                <a:spcPts val="0"/>
              </a:spcAft>
              <a:buSzPts val="700"/>
              <a:buNone/>
              <a:defRPr sz="700"/>
            </a:lvl5pPr>
            <a:lvl6pPr indent="-228600" lvl="5" marL="2743200" algn="l">
              <a:lnSpc>
                <a:spcPct val="90000"/>
              </a:lnSpc>
              <a:spcBef>
                <a:spcPts val="300"/>
              </a:spcBef>
              <a:spcAft>
                <a:spcPts val="0"/>
              </a:spcAft>
              <a:buSzPts val="700"/>
              <a:buNone/>
              <a:defRPr sz="700"/>
            </a:lvl6pPr>
            <a:lvl7pPr indent="-228600" lvl="6" marL="3200400" algn="l">
              <a:lnSpc>
                <a:spcPct val="90000"/>
              </a:lnSpc>
              <a:spcBef>
                <a:spcPts val="300"/>
              </a:spcBef>
              <a:spcAft>
                <a:spcPts val="0"/>
              </a:spcAft>
              <a:buSzPts val="700"/>
              <a:buNone/>
              <a:defRPr sz="700"/>
            </a:lvl7pPr>
            <a:lvl8pPr indent="-228600" lvl="7" marL="3657600" algn="l">
              <a:lnSpc>
                <a:spcPct val="90000"/>
              </a:lnSpc>
              <a:spcBef>
                <a:spcPts val="300"/>
              </a:spcBef>
              <a:spcAft>
                <a:spcPts val="0"/>
              </a:spcAft>
              <a:buSzPts val="700"/>
              <a:buNone/>
              <a:defRPr sz="700"/>
            </a:lvl8pPr>
            <a:lvl9pPr indent="-228600" lvl="8" marL="4114800" algn="l">
              <a:lnSpc>
                <a:spcPct val="90000"/>
              </a:lnSpc>
              <a:spcBef>
                <a:spcPts val="300"/>
              </a:spcBef>
              <a:spcAft>
                <a:spcPts val="300"/>
              </a:spcAft>
              <a:buSzPts val="700"/>
              <a:buNone/>
              <a:defRPr sz="700"/>
            </a:lvl9pPr>
          </a:lstStyle>
          <a:p/>
        </p:txBody>
      </p:sp>
      <p:sp>
        <p:nvSpPr>
          <p:cNvPr id="116" name="Google Shape;116;p21"/>
          <p:cNvSpPr txBox="1"/>
          <p:nvPr>
            <p:ph idx="10" type="dt"/>
          </p:nvPr>
        </p:nvSpPr>
        <p:spPr>
          <a:xfrm>
            <a:off x="349134" y="4844839"/>
            <a:ext cx="1963882"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7" name="Google Shape;117;p21"/>
          <p:cNvSpPr txBox="1"/>
          <p:nvPr>
            <p:ph idx="11" type="ftr"/>
          </p:nvPr>
        </p:nvSpPr>
        <p:spPr>
          <a:xfrm>
            <a:off x="3600450" y="4844839"/>
            <a:ext cx="348615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solidFill>
                  <a:schemeClr val="dk2"/>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1"/>
          <p:cNvSpPr txBox="1"/>
          <p:nvPr>
            <p:ph idx="12" type="sldNum"/>
          </p:nvPr>
        </p:nvSpPr>
        <p:spPr>
          <a:xfrm>
            <a:off x="7425344" y="4844839"/>
            <a:ext cx="984019"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800">
                <a:solidFill>
                  <a:schemeClr val="dk2"/>
                </a:solidFill>
                <a:latin typeface="Calibri"/>
                <a:ea typeface="Calibri"/>
                <a:cs typeface="Calibri"/>
                <a:sym typeface="Calibri"/>
              </a:defRPr>
            </a:lvl1pPr>
            <a:lvl2pPr indent="0" lvl="1" marL="0" algn="r">
              <a:spcBef>
                <a:spcPts val="0"/>
              </a:spcBef>
              <a:buNone/>
              <a:defRPr sz="800">
                <a:solidFill>
                  <a:schemeClr val="dk2"/>
                </a:solidFill>
                <a:latin typeface="Calibri"/>
                <a:ea typeface="Calibri"/>
                <a:cs typeface="Calibri"/>
                <a:sym typeface="Calibri"/>
              </a:defRPr>
            </a:lvl2pPr>
            <a:lvl3pPr indent="0" lvl="2" marL="0" algn="r">
              <a:spcBef>
                <a:spcPts val="0"/>
              </a:spcBef>
              <a:buNone/>
              <a:defRPr sz="800">
                <a:solidFill>
                  <a:schemeClr val="dk2"/>
                </a:solidFill>
                <a:latin typeface="Calibri"/>
                <a:ea typeface="Calibri"/>
                <a:cs typeface="Calibri"/>
                <a:sym typeface="Calibri"/>
              </a:defRPr>
            </a:lvl3pPr>
            <a:lvl4pPr indent="0" lvl="3" marL="0" algn="r">
              <a:spcBef>
                <a:spcPts val="0"/>
              </a:spcBef>
              <a:buNone/>
              <a:defRPr sz="800">
                <a:solidFill>
                  <a:schemeClr val="dk2"/>
                </a:solidFill>
                <a:latin typeface="Calibri"/>
                <a:ea typeface="Calibri"/>
                <a:cs typeface="Calibri"/>
                <a:sym typeface="Calibri"/>
              </a:defRPr>
            </a:lvl4pPr>
            <a:lvl5pPr indent="0" lvl="4" marL="0" algn="r">
              <a:spcBef>
                <a:spcPts val="0"/>
              </a:spcBef>
              <a:buNone/>
              <a:defRPr sz="800">
                <a:solidFill>
                  <a:schemeClr val="dk2"/>
                </a:solidFill>
                <a:latin typeface="Calibri"/>
                <a:ea typeface="Calibri"/>
                <a:cs typeface="Calibri"/>
                <a:sym typeface="Calibri"/>
              </a:defRPr>
            </a:lvl5pPr>
            <a:lvl6pPr indent="0" lvl="5" marL="0" algn="r">
              <a:spcBef>
                <a:spcPts val="0"/>
              </a:spcBef>
              <a:buNone/>
              <a:defRPr sz="800">
                <a:solidFill>
                  <a:schemeClr val="dk2"/>
                </a:solidFill>
                <a:latin typeface="Calibri"/>
                <a:ea typeface="Calibri"/>
                <a:cs typeface="Calibri"/>
                <a:sym typeface="Calibri"/>
              </a:defRPr>
            </a:lvl6pPr>
            <a:lvl7pPr indent="0" lvl="6" marL="0" algn="r">
              <a:spcBef>
                <a:spcPts val="0"/>
              </a:spcBef>
              <a:buNone/>
              <a:defRPr sz="800">
                <a:solidFill>
                  <a:schemeClr val="dk2"/>
                </a:solidFill>
                <a:latin typeface="Calibri"/>
                <a:ea typeface="Calibri"/>
                <a:cs typeface="Calibri"/>
                <a:sym typeface="Calibri"/>
              </a:defRPr>
            </a:lvl7pPr>
            <a:lvl8pPr indent="0" lvl="7" marL="0" algn="r">
              <a:spcBef>
                <a:spcPts val="0"/>
              </a:spcBef>
              <a:buNone/>
              <a:defRPr sz="800">
                <a:solidFill>
                  <a:schemeClr val="dk2"/>
                </a:solidFill>
                <a:latin typeface="Calibri"/>
                <a:ea typeface="Calibri"/>
                <a:cs typeface="Calibri"/>
                <a:sym typeface="Calibri"/>
              </a:defRPr>
            </a:lvl8pPr>
            <a:lvl9pPr indent="0" lvl="8" marL="0" algn="r">
              <a:spcBef>
                <a:spcPts val="0"/>
              </a:spcBef>
              <a:buNone/>
              <a:defRPr sz="800">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19" name="Shape 119"/>
        <p:cNvGrpSpPr/>
        <p:nvPr/>
      </p:nvGrpSpPr>
      <p:grpSpPr>
        <a:xfrm>
          <a:off x="0" y="0"/>
          <a:ext cx="0" cy="0"/>
          <a:chOff x="0" y="0"/>
          <a:chExt cx="0" cy="0"/>
        </a:xfrm>
      </p:grpSpPr>
      <p:sp>
        <p:nvSpPr>
          <p:cNvPr id="120" name="Google Shape;120;p22"/>
          <p:cNvSpPr/>
          <p:nvPr/>
        </p:nvSpPr>
        <p:spPr>
          <a:xfrm>
            <a:off x="0" y="3714750"/>
            <a:ext cx="9141619" cy="1428750"/>
          </a:xfrm>
          <a:prstGeom prst="rect">
            <a:avLst/>
          </a:prstGeom>
          <a:solidFill>
            <a:schemeClr val="accen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1" name="Google Shape;121;p22"/>
          <p:cNvSpPr/>
          <p:nvPr/>
        </p:nvSpPr>
        <p:spPr>
          <a:xfrm>
            <a:off x="11" y="3686307"/>
            <a:ext cx="9141619" cy="48006"/>
          </a:xfrm>
          <a:prstGeom prst="rect">
            <a:avLst/>
          </a:prstGeom>
          <a:solidFill>
            <a:schemeClr val="accen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2" name="Google Shape;122;p22"/>
          <p:cNvSpPr txBox="1"/>
          <p:nvPr>
            <p:ph type="title"/>
          </p:nvPr>
        </p:nvSpPr>
        <p:spPr>
          <a:xfrm>
            <a:off x="822960" y="3806190"/>
            <a:ext cx="7584948" cy="617220"/>
          </a:xfrm>
          <a:prstGeom prst="rect">
            <a:avLst/>
          </a:prstGeom>
          <a:noFill/>
          <a:ln>
            <a:noFill/>
          </a:ln>
        </p:spPr>
        <p:txBody>
          <a:bodyPr anchorCtr="0" anchor="b" bIns="0" lIns="68575" spcFirstLastPara="1" rIns="68575" wrap="square" tIns="0">
            <a:noAutofit/>
          </a:bodyPr>
          <a:lstStyle>
            <a:lvl1pPr lvl="0" algn="l">
              <a:lnSpc>
                <a:spcPct val="85000"/>
              </a:lnSpc>
              <a:spcBef>
                <a:spcPts val="0"/>
              </a:spcBef>
              <a:spcAft>
                <a:spcPts val="0"/>
              </a:spcAft>
              <a:buClr>
                <a:srgbClr val="FFFFFF"/>
              </a:buClr>
              <a:buSzPts val="2700"/>
              <a:buFont typeface="Calibri"/>
              <a:buNone/>
              <a:defRPr b="0" sz="2700">
                <a:solidFill>
                  <a:srgbClr val="FFFFFF"/>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123" name="Google Shape;123;p22"/>
          <p:cNvPicPr preferRelativeResize="0"/>
          <p:nvPr>
            <p:ph idx="2" type="pic"/>
          </p:nvPr>
        </p:nvPicPr>
        <p:blipFill/>
        <p:spPr>
          <a:xfrm>
            <a:off x="11" y="0"/>
            <a:ext cx="9143989" cy="3686307"/>
          </a:xfrm>
          <a:prstGeom prst="rect">
            <a:avLst/>
          </a:prstGeom>
          <a:blipFill rotWithShape="1">
            <a:blip r:embed="rId2">
              <a:alphaModFix/>
            </a:blip>
            <a:stretch>
              <a:fillRect b="0" l="0" r="0" t="0"/>
            </a:stretch>
          </a:blipFill>
          <a:ln>
            <a:noFill/>
          </a:ln>
        </p:spPr>
      </p:pic>
      <p:sp>
        <p:nvSpPr>
          <p:cNvPr id="124" name="Google Shape;124;p22"/>
          <p:cNvSpPr txBox="1"/>
          <p:nvPr>
            <p:ph idx="1" type="body"/>
          </p:nvPr>
        </p:nvSpPr>
        <p:spPr>
          <a:xfrm>
            <a:off x="822960" y="4430267"/>
            <a:ext cx="7584948" cy="445770"/>
          </a:xfrm>
          <a:prstGeom prst="rect">
            <a:avLst/>
          </a:prstGeom>
          <a:noFill/>
          <a:ln>
            <a:noFill/>
          </a:ln>
        </p:spPr>
        <p:txBody>
          <a:bodyPr anchorCtr="0" anchor="t" bIns="0" lIns="68575" spcFirstLastPara="1" rIns="68575" wrap="square" tIns="0">
            <a:normAutofit/>
          </a:bodyPr>
          <a:lstStyle>
            <a:lvl1pPr indent="-228600" lvl="0" marL="457200" algn="l">
              <a:lnSpc>
                <a:spcPct val="90000"/>
              </a:lnSpc>
              <a:spcBef>
                <a:spcPts val="0"/>
              </a:spcBef>
              <a:spcAft>
                <a:spcPts val="0"/>
              </a:spcAft>
              <a:buSzPts val="1100"/>
              <a:buNone/>
              <a:defRPr sz="1100">
                <a:solidFill>
                  <a:srgbClr val="FFFFFF"/>
                </a:solidFill>
              </a:defRPr>
            </a:lvl1pPr>
            <a:lvl2pPr indent="-228600" lvl="1" marL="914400" algn="l">
              <a:lnSpc>
                <a:spcPct val="90000"/>
              </a:lnSpc>
              <a:spcBef>
                <a:spcPts val="500"/>
              </a:spcBef>
              <a:spcAft>
                <a:spcPts val="0"/>
              </a:spcAft>
              <a:buSzPts val="900"/>
              <a:buNone/>
              <a:defRPr sz="900"/>
            </a:lvl2pPr>
            <a:lvl3pPr indent="-228600" lvl="2" marL="1371600" algn="l">
              <a:lnSpc>
                <a:spcPct val="90000"/>
              </a:lnSpc>
              <a:spcBef>
                <a:spcPts val="300"/>
              </a:spcBef>
              <a:spcAft>
                <a:spcPts val="0"/>
              </a:spcAft>
              <a:buSzPts val="800"/>
              <a:buNone/>
              <a:defRPr sz="800"/>
            </a:lvl3pPr>
            <a:lvl4pPr indent="-228600" lvl="3" marL="1828800" algn="l">
              <a:lnSpc>
                <a:spcPct val="90000"/>
              </a:lnSpc>
              <a:spcBef>
                <a:spcPts val="300"/>
              </a:spcBef>
              <a:spcAft>
                <a:spcPts val="0"/>
              </a:spcAft>
              <a:buSzPts val="700"/>
              <a:buNone/>
              <a:defRPr sz="700"/>
            </a:lvl4pPr>
            <a:lvl5pPr indent="-228600" lvl="4" marL="2286000" algn="l">
              <a:lnSpc>
                <a:spcPct val="90000"/>
              </a:lnSpc>
              <a:spcBef>
                <a:spcPts val="300"/>
              </a:spcBef>
              <a:spcAft>
                <a:spcPts val="0"/>
              </a:spcAft>
              <a:buSzPts val="700"/>
              <a:buNone/>
              <a:defRPr sz="700"/>
            </a:lvl5pPr>
            <a:lvl6pPr indent="-228600" lvl="5" marL="2743200" algn="l">
              <a:lnSpc>
                <a:spcPct val="90000"/>
              </a:lnSpc>
              <a:spcBef>
                <a:spcPts val="300"/>
              </a:spcBef>
              <a:spcAft>
                <a:spcPts val="0"/>
              </a:spcAft>
              <a:buSzPts val="700"/>
              <a:buNone/>
              <a:defRPr sz="700"/>
            </a:lvl6pPr>
            <a:lvl7pPr indent="-228600" lvl="6" marL="3200400" algn="l">
              <a:lnSpc>
                <a:spcPct val="90000"/>
              </a:lnSpc>
              <a:spcBef>
                <a:spcPts val="300"/>
              </a:spcBef>
              <a:spcAft>
                <a:spcPts val="0"/>
              </a:spcAft>
              <a:buSzPts val="700"/>
              <a:buNone/>
              <a:defRPr sz="700"/>
            </a:lvl7pPr>
            <a:lvl8pPr indent="-228600" lvl="7" marL="3657600" algn="l">
              <a:lnSpc>
                <a:spcPct val="90000"/>
              </a:lnSpc>
              <a:spcBef>
                <a:spcPts val="300"/>
              </a:spcBef>
              <a:spcAft>
                <a:spcPts val="0"/>
              </a:spcAft>
              <a:buSzPts val="700"/>
              <a:buNone/>
              <a:defRPr sz="700"/>
            </a:lvl8pPr>
            <a:lvl9pPr indent="-228600" lvl="8" marL="4114800" algn="l">
              <a:lnSpc>
                <a:spcPct val="90000"/>
              </a:lnSpc>
              <a:spcBef>
                <a:spcPts val="300"/>
              </a:spcBef>
              <a:spcAft>
                <a:spcPts val="300"/>
              </a:spcAft>
              <a:buSzPts val="700"/>
              <a:buNone/>
              <a:defRPr sz="700"/>
            </a:lvl9pPr>
          </a:lstStyle>
          <a:p/>
        </p:txBody>
      </p:sp>
      <p:sp>
        <p:nvSpPr>
          <p:cNvPr id="125" name="Google Shape;125;p22"/>
          <p:cNvSpPr txBox="1"/>
          <p:nvPr>
            <p:ph idx="10" type="dt"/>
          </p:nvPr>
        </p:nvSpPr>
        <p:spPr>
          <a:xfrm>
            <a:off x="822960" y="4844839"/>
            <a:ext cx="185420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6" name="Google Shape;126;p22"/>
          <p:cNvSpPr txBox="1"/>
          <p:nvPr>
            <p:ph idx="11" type="ftr"/>
          </p:nvPr>
        </p:nvSpPr>
        <p:spPr>
          <a:xfrm>
            <a:off x="2764639" y="4844839"/>
            <a:ext cx="3617103"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7" name="Google Shape;127;p22"/>
          <p:cNvSpPr txBox="1"/>
          <p:nvPr>
            <p:ph idx="12" type="sldNum"/>
          </p:nvPr>
        </p:nvSpPr>
        <p:spPr>
          <a:xfrm>
            <a:off x="7425344" y="4844839"/>
            <a:ext cx="984019"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8" name="Shape 128"/>
        <p:cNvGrpSpPr/>
        <p:nvPr/>
      </p:nvGrpSpPr>
      <p:grpSpPr>
        <a:xfrm>
          <a:off x="0" y="0"/>
          <a:ext cx="0" cy="0"/>
          <a:chOff x="0" y="0"/>
          <a:chExt cx="0" cy="0"/>
        </a:xfrm>
      </p:grpSpPr>
      <p:sp>
        <p:nvSpPr>
          <p:cNvPr id="129" name="Google Shape;129;p23"/>
          <p:cNvSpPr txBox="1"/>
          <p:nvPr>
            <p:ph type="title"/>
          </p:nvPr>
        </p:nvSpPr>
        <p:spPr>
          <a:xfrm>
            <a:off x="822960" y="214952"/>
            <a:ext cx="7543800" cy="1088068"/>
          </a:xfrm>
          <a:prstGeom prst="rect">
            <a:avLst/>
          </a:prstGeom>
          <a:noFill/>
          <a:ln>
            <a:noFill/>
          </a:ln>
        </p:spPr>
        <p:txBody>
          <a:bodyPr anchorCtr="0" anchor="b" bIns="34275" lIns="68575" spcFirstLastPara="1" rIns="68575" wrap="square" tIns="34275">
            <a:normAutofit/>
          </a:bodyPr>
          <a:lstStyle>
            <a:lvl1pPr lvl="0" algn="l">
              <a:lnSpc>
                <a:spcPct val="85000"/>
              </a:lnSpc>
              <a:spcBef>
                <a:spcPts val="0"/>
              </a:spcBef>
              <a:spcAft>
                <a:spcPts val="0"/>
              </a:spcAft>
              <a:buClr>
                <a:srgbClr val="3F3F3F"/>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0" name="Google Shape;130;p23"/>
          <p:cNvSpPr txBox="1"/>
          <p:nvPr>
            <p:ph idx="1" type="body"/>
          </p:nvPr>
        </p:nvSpPr>
        <p:spPr>
          <a:xfrm rot="5400000">
            <a:off x="3086100" y="-878839"/>
            <a:ext cx="3017520" cy="7543800"/>
          </a:xfrm>
          <a:prstGeom prst="rect">
            <a:avLst/>
          </a:prstGeom>
          <a:noFill/>
          <a:ln>
            <a:noFill/>
          </a:ln>
        </p:spPr>
        <p:txBody>
          <a:bodyPr anchorCtr="0" anchor="t" bIns="0" lIns="34275" spcFirstLastPara="1" rIns="34275" wrap="square" tIns="0">
            <a:normAutofit/>
          </a:bodyPr>
          <a:lstStyle>
            <a:lvl1pPr indent="-317500" lvl="0" marL="457200" algn="l">
              <a:lnSpc>
                <a:spcPct val="90000"/>
              </a:lnSpc>
              <a:spcBef>
                <a:spcPts val="900"/>
              </a:spcBef>
              <a:spcAft>
                <a:spcPts val="0"/>
              </a:spcAft>
              <a:buSzPts val="1400"/>
              <a:buChar char=" "/>
              <a:defRPr/>
            </a:lvl1pPr>
            <a:lvl2pPr indent="-317500" lvl="1" marL="914400" algn="l">
              <a:lnSpc>
                <a:spcPct val="90000"/>
              </a:lnSpc>
              <a:spcBef>
                <a:spcPts val="200"/>
              </a:spcBef>
              <a:spcAft>
                <a:spcPts val="0"/>
              </a:spcAft>
              <a:buSzPts val="1400"/>
              <a:buChar char="◦"/>
              <a:defRPr/>
            </a:lvl2pPr>
            <a:lvl3pPr indent="-317500" lvl="2" marL="1371600" algn="l">
              <a:lnSpc>
                <a:spcPct val="90000"/>
              </a:lnSpc>
              <a:spcBef>
                <a:spcPts val="300"/>
              </a:spcBef>
              <a:spcAft>
                <a:spcPts val="0"/>
              </a:spcAft>
              <a:buSzPts val="1400"/>
              <a:buChar char="◦"/>
              <a:defRPr/>
            </a:lvl3pPr>
            <a:lvl4pPr indent="-317500" lvl="3" marL="1828800" algn="l">
              <a:lnSpc>
                <a:spcPct val="90000"/>
              </a:lnSpc>
              <a:spcBef>
                <a:spcPts val="300"/>
              </a:spcBef>
              <a:spcAft>
                <a:spcPts val="0"/>
              </a:spcAft>
              <a:buSzPts val="1400"/>
              <a:buChar char="◦"/>
              <a:defRPr/>
            </a:lvl4pPr>
            <a:lvl5pPr indent="-317500" lvl="4" marL="2286000" algn="l">
              <a:lnSpc>
                <a:spcPct val="90000"/>
              </a:lnSpc>
              <a:spcBef>
                <a:spcPts val="300"/>
              </a:spcBef>
              <a:spcAft>
                <a:spcPts val="0"/>
              </a:spcAft>
              <a:buSzPts val="1400"/>
              <a:buChar char="◦"/>
              <a:defRPr/>
            </a:lvl5pPr>
            <a:lvl6pPr indent="-317500" lvl="5" marL="2743200" algn="l">
              <a:lnSpc>
                <a:spcPct val="90000"/>
              </a:lnSpc>
              <a:spcBef>
                <a:spcPts val="300"/>
              </a:spcBef>
              <a:spcAft>
                <a:spcPts val="0"/>
              </a:spcAft>
              <a:buSzPts val="1400"/>
              <a:buChar char="◦"/>
              <a:defRPr/>
            </a:lvl6pPr>
            <a:lvl7pPr indent="-317500" lvl="6" marL="3200400" algn="l">
              <a:lnSpc>
                <a:spcPct val="90000"/>
              </a:lnSpc>
              <a:spcBef>
                <a:spcPts val="300"/>
              </a:spcBef>
              <a:spcAft>
                <a:spcPts val="0"/>
              </a:spcAft>
              <a:buSzPts val="1400"/>
              <a:buChar char="◦"/>
              <a:defRPr/>
            </a:lvl7pPr>
            <a:lvl8pPr indent="-317500" lvl="7" marL="3657600" algn="l">
              <a:lnSpc>
                <a:spcPct val="90000"/>
              </a:lnSpc>
              <a:spcBef>
                <a:spcPts val="300"/>
              </a:spcBef>
              <a:spcAft>
                <a:spcPts val="0"/>
              </a:spcAft>
              <a:buSzPts val="1400"/>
              <a:buChar char="◦"/>
              <a:defRPr/>
            </a:lvl8pPr>
            <a:lvl9pPr indent="-317500" lvl="8" marL="4114800" algn="l">
              <a:lnSpc>
                <a:spcPct val="90000"/>
              </a:lnSpc>
              <a:spcBef>
                <a:spcPts val="300"/>
              </a:spcBef>
              <a:spcAft>
                <a:spcPts val="300"/>
              </a:spcAft>
              <a:buSzPts val="1400"/>
              <a:buChar char="◦"/>
              <a:defRPr/>
            </a:lvl9pPr>
          </a:lstStyle>
          <a:p/>
        </p:txBody>
      </p:sp>
      <p:sp>
        <p:nvSpPr>
          <p:cNvPr id="131" name="Google Shape;131;p23"/>
          <p:cNvSpPr txBox="1"/>
          <p:nvPr>
            <p:ph idx="10" type="dt"/>
          </p:nvPr>
        </p:nvSpPr>
        <p:spPr>
          <a:xfrm>
            <a:off x="822960" y="4844839"/>
            <a:ext cx="185420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2" name="Google Shape;132;p23"/>
          <p:cNvSpPr txBox="1"/>
          <p:nvPr>
            <p:ph idx="11" type="ftr"/>
          </p:nvPr>
        </p:nvSpPr>
        <p:spPr>
          <a:xfrm>
            <a:off x="2764639" y="4844839"/>
            <a:ext cx="3617103"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3" name="Google Shape;133;p23"/>
          <p:cNvSpPr txBox="1"/>
          <p:nvPr>
            <p:ph idx="12" type="sldNum"/>
          </p:nvPr>
        </p:nvSpPr>
        <p:spPr>
          <a:xfrm>
            <a:off x="7425344" y="4844839"/>
            <a:ext cx="984019"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34" name="Shape 134"/>
        <p:cNvGrpSpPr/>
        <p:nvPr/>
      </p:nvGrpSpPr>
      <p:grpSpPr>
        <a:xfrm>
          <a:off x="0" y="0"/>
          <a:ext cx="0" cy="0"/>
          <a:chOff x="0" y="0"/>
          <a:chExt cx="0" cy="0"/>
        </a:xfrm>
      </p:grpSpPr>
      <p:sp>
        <p:nvSpPr>
          <p:cNvPr id="135" name="Google Shape;135;p24"/>
          <p:cNvSpPr/>
          <p:nvPr/>
        </p:nvSpPr>
        <p:spPr>
          <a:xfrm>
            <a:off x="2381" y="4800600"/>
            <a:ext cx="9141619" cy="342900"/>
          </a:xfrm>
          <a:prstGeom prst="rect">
            <a:avLst/>
          </a:prstGeom>
          <a:solidFill>
            <a:schemeClr val="accen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6" name="Google Shape;136;p24"/>
          <p:cNvSpPr/>
          <p:nvPr/>
        </p:nvSpPr>
        <p:spPr>
          <a:xfrm>
            <a:off x="11" y="4750737"/>
            <a:ext cx="9141619" cy="48006"/>
          </a:xfrm>
          <a:prstGeom prst="rect">
            <a:avLst/>
          </a:prstGeom>
          <a:solidFill>
            <a:schemeClr val="accen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7" name="Google Shape;137;p24"/>
          <p:cNvSpPr txBox="1"/>
          <p:nvPr>
            <p:ph type="title"/>
          </p:nvPr>
        </p:nvSpPr>
        <p:spPr>
          <a:xfrm rot="5400000">
            <a:off x="5370480" y="1484279"/>
            <a:ext cx="4318066" cy="1971675"/>
          </a:xfrm>
          <a:prstGeom prst="rect">
            <a:avLst/>
          </a:prstGeom>
          <a:noFill/>
          <a:ln>
            <a:noFill/>
          </a:ln>
        </p:spPr>
        <p:txBody>
          <a:bodyPr anchorCtr="0" anchor="b" bIns="34275" lIns="68575" spcFirstLastPara="1" rIns="68575" wrap="square" tIns="34275">
            <a:normAutofit/>
          </a:bodyPr>
          <a:lstStyle>
            <a:lvl1pPr lvl="0" algn="l">
              <a:lnSpc>
                <a:spcPct val="85000"/>
              </a:lnSpc>
              <a:spcBef>
                <a:spcPts val="0"/>
              </a:spcBef>
              <a:spcAft>
                <a:spcPts val="0"/>
              </a:spcAft>
              <a:buClr>
                <a:srgbClr val="3F3F3F"/>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8" name="Google Shape;138;p24"/>
          <p:cNvSpPr txBox="1"/>
          <p:nvPr>
            <p:ph idx="1" type="body"/>
          </p:nvPr>
        </p:nvSpPr>
        <p:spPr>
          <a:xfrm rot="5400000">
            <a:off x="1369979" y="-430246"/>
            <a:ext cx="4318067" cy="5800725"/>
          </a:xfrm>
          <a:prstGeom prst="rect">
            <a:avLst/>
          </a:prstGeom>
          <a:noFill/>
          <a:ln>
            <a:noFill/>
          </a:ln>
        </p:spPr>
        <p:txBody>
          <a:bodyPr anchorCtr="0" anchor="t" bIns="0" lIns="34275" spcFirstLastPara="1" rIns="34275" wrap="square" tIns="0">
            <a:normAutofit/>
          </a:bodyPr>
          <a:lstStyle>
            <a:lvl1pPr indent="-317500" lvl="0" marL="457200" algn="l">
              <a:lnSpc>
                <a:spcPct val="90000"/>
              </a:lnSpc>
              <a:spcBef>
                <a:spcPts val="900"/>
              </a:spcBef>
              <a:spcAft>
                <a:spcPts val="0"/>
              </a:spcAft>
              <a:buSzPts val="1400"/>
              <a:buChar char=" "/>
              <a:defRPr/>
            </a:lvl1pPr>
            <a:lvl2pPr indent="-317500" lvl="1" marL="914400" algn="l">
              <a:lnSpc>
                <a:spcPct val="90000"/>
              </a:lnSpc>
              <a:spcBef>
                <a:spcPts val="200"/>
              </a:spcBef>
              <a:spcAft>
                <a:spcPts val="0"/>
              </a:spcAft>
              <a:buSzPts val="1400"/>
              <a:buChar char="◦"/>
              <a:defRPr/>
            </a:lvl2pPr>
            <a:lvl3pPr indent="-317500" lvl="2" marL="1371600" algn="l">
              <a:lnSpc>
                <a:spcPct val="90000"/>
              </a:lnSpc>
              <a:spcBef>
                <a:spcPts val="300"/>
              </a:spcBef>
              <a:spcAft>
                <a:spcPts val="0"/>
              </a:spcAft>
              <a:buSzPts val="1400"/>
              <a:buChar char="◦"/>
              <a:defRPr/>
            </a:lvl3pPr>
            <a:lvl4pPr indent="-317500" lvl="3" marL="1828800" algn="l">
              <a:lnSpc>
                <a:spcPct val="90000"/>
              </a:lnSpc>
              <a:spcBef>
                <a:spcPts val="300"/>
              </a:spcBef>
              <a:spcAft>
                <a:spcPts val="0"/>
              </a:spcAft>
              <a:buSzPts val="1400"/>
              <a:buChar char="◦"/>
              <a:defRPr/>
            </a:lvl4pPr>
            <a:lvl5pPr indent="-317500" lvl="4" marL="2286000" algn="l">
              <a:lnSpc>
                <a:spcPct val="90000"/>
              </a:lnSpc>
              <a:spcBef>
                <a:spcPts val="300"/>
              </a:spcBef>
              <a:spcAft>
                <a:spcPts val="0"/>
              </a:spcAft>
              <a:buSzPts val="1400"/>
              <a:buChar char="◦"/>
              <a:defRPr/>
            </a:lvl5pPr>
            <a:lvl6pPr indent="-317500" lvl="5" marL="2743200" algn="l">
              <a:lnSpc>
                <a:spcPct val="90000"/>
              </a:lnSpc>
              <a:spcBef>
                <a:spcPts val="300"/>
              </a:spcBef>
              <a:spcAft>
                <a:spcPts val="0"/>
              </a:spcAft>
              <a:buSzPts val="1400"/>
              <a:buChar char="◦"/>
              <a:defRPr/>
            </a:lvl6pPr>
            <a:lvl7pPr indent="-317500" lvl="6" marL="3200400" algn="l">
              <a:lnSpc>
                <a:spcPct val="90000"/>
              </a:lnSpc>
              <a:spcBef>
                <a:spcPts val="300"/>
              </a:spcBef>
              <a:spcAft>
                <a:spcPts val="0"/>
              </a:spcAft>
              <a:buSzPts val="1400"/>
              <a:buChar char="◦"/>
              <a:defRPr/>
            </a:lvl7pPr>
            <a:lvl8pPr indent="-317500" lvl="7" marL="3657600" algn="l">
              <a:lnSpc>
                <a:spcPct val="90000"/>
              </a:lnSpc>
              <a:spcBef>
                <a:spcPts val="300"/>
              </a:spcBef>
              <a:spcAft>
                <a:spcPts val="0"/>
              </a:spcAft>
              <a:buSzPts val="1400"/>
              <a:buChar char="◦"/>
              <a:defRPr/>
            </a:lvl8pPr>
            <a:lvl9pPr indent="-317500" lvl="8" marL="4114800" algn="l">
              <a:lnSpc>
                <a:spcPct val="90000"/>
              </a:lnSpc>
              <a:spcBef>
                <a:spcPts val="300"/>
              </a:spcBef>
              <a:spcAft>
                <a:spcPts val="300"/>
              </a:spcAft>
              <a:buSzPts val="1400"/>
              <a:buChar char="◦"/>
              <a:defRPr/>
            </a:lvl9pPr>
          </a:lstStyle>
          <a:p/>
        </p:txBody>
      </p:sp>
      <p:sp>
        <p:nvSpPr>
          <p:cNvPr id="139" name="Google Shape;139;p24"/>
          <p:cNvSpPr txBox="1"/>
          <p:nvPr>
            <p:ph idx="10" type="dt"/>
          </p:nvPr>
        </p:nvSpPr>
        <p:spPr>
          <a:xfrm>
            <a:off x="822960" y="4844839"/>
            <a:ext cx="185420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0" name="Google Shape;140;p24"/>
          <p:cNvSpPr txBox="1"/>
          <p:nvPr>
            <p:ph idx="11" type="ftr"/>
          </p:nvPr>
        </p:nvSpPr>
        <p:spPr>
          <a:xfrm>
            <a:off x="2764639" y="4844839"/>
            <a:ext cx="3617103"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1" name="Google Shape;141;p24"/>
          <p:cNvSpPr txBox="1"/>
          <p:nvPr>
            <p:ph idx="12" type="sldNum"/>
          </p:nvPr>
        </p:nvSpPr>
        <p:spPr>
          <a:xfrm>
            <a:off x="7425344" y="4844839"/>
            <a:ext cx="984019"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p:nvPr/>
        </p:nvSpPr>
        <p:spPr>
          <a:xfrm>
            <a:off x="1" y="4800600"/>
            <a:ext cx="9144000" cy="342900"/>
          </a:xfrm>
          <a:prstGeom prst="rect">
            <a:avLst/>
          </a:prstGeom>
          <a:solidFill>
            <a:schemeClr val="accent2"/>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lt1"/>
              </a:solidFill>
              <a:latin typeface="Calibri"/>
              <a:ea typeface="Calibri"/>
              <a:cs typeface="Calibri"/>
              <a:sym typeface="Calibri"/>
            </a:endParaRPr>
          </a:p>
        </p:txBody>
      </p:sp>
      <p:sp>
        <p:nvSpPr>
          <p:cNvPr id="52" name="Google Shape;52;p13"/>
          <p:cNvSpPr/>
          <p:nvPr/>
        </p:nvSpPr>
        <p:spPr>
          <a:xfrm>
            <a:off x="0" y="4750737"/>
            <a:ext cx="9144001" cy="49499"/>
          </a:xfrm>
          <a:prstGeom prst="rect">
            <a:avLst/>
          </a:prstGeom>
          <a:solidFill>
            <a:schemeClr val="accen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lt1"/>
              </a:solidFill>
              <a:latin typeface="Calibri"/>
              <a:ea typeface="Calibri"/>
              <a:cs typeface="Calibri"/>
              <a:sym typeface="Calibri"/>
            </a:endParaRPr>
          </a:p>
        </p:txBody>
      </p:sp>
      <p:sp>
        <p:nvSpPr>
          <p:cNvPr id="53" name="Google Shape;53;p13"/>
          <p:cNvSpPr txBox="1"/>
          <p:nvPr>
            <p:ph type="title"/>
          </p:nvPr>
        </p:nvSpPr>
        <p:spPr>
          <a:xfrm>
            <a:off x="822960" y="214952"/>
            <a:ext cx="7543800" cy="1088068"/>
          </a:xfrm>
          <a:prstGeom prst="rect">
            <a:avLst/>
          </a:prstGeom>
          <a:noFill/>
          <a:ln>
            <a:noFill/>
          </a:ln>
        </p:spPr>
        <p:txBody>
          <a:bodyPr anchorCtr="0" anchor="b" bIns="34275" lIns="68575" spcFirstLastPara="1" rIns="68575" wrap="square" tIns="34275">
            <a:normAutofit/>
          </a:bodyPr>
          <a:lstStyle>
            <a:lvl1pPr lvl="0" marR="0" rtl="0" algn="l">
              <a:lnSpc>
                <a:spcPct val="85000"/>
              </a:lnSpc>
              <a:spcBef>
                <a:spcPts val="0"/>
              </a:spcBef>
              <a:spcAft>
                <a:spcPts val="0"/>
              </a:spcAft>
              <a:buClr>
                <a:srgbClr val="3F3F3F"/>
              </a:buClr>
              <a:buSzPts val="3600"/>
              <a:buFont typeface="Calibri"/>
              <a:buNone/>
              <a:defRPr b="0" i="0" sz="3600" u="none" cap="none" strike="noStrike">
                <a:solidFill>
                  <a:srgbClr val="3F3F3F"/>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4" name="Google Shape;54;p13"/>
          <p:cNvSpPr txBox="1"/>
          <p:nvPr>
            <p:ph idx="1" type="body"/>
          </p:nvPr>
        </p:nvSpPr>
        <p:spPr>
          <a:xfrm>
            <a:off x="822960" y="1384301"/>
            <a:ext cx="7543800" cy="3017520"/>
          </a:xfrm>
          <a:prstGeom prst="rect">
            <a:avLst/>
          </a:prstGeom>
          <a:noFill/>
          <a:ln>
            <a:noFill/>
          </a:ln>
        </p:spPr>
        <p:txBody>
          <a:bodyPr anchorCtr="0" anchor="t" bIns="34275" lIns="0" spcFirstLastPara="1" rIns="0" wrap="square" tIns="34275">
            <a:normAutofit/>
          </a:bodyPr>
          <a:lstStyle>
            <a:lvl1pPr indent="-323850" lvl="0" marL="457200" marR="0" rtl="0" algn="l">
              <a:lnSpc>
                <a:spcPct val="90000"/>
              </a:lnSpc>
              <a:spcBef>
                <a:spcPts val="900"/>
              </a:spcBef>
              <a:spcAft>
                <a:spcPts val="0"/>
              </a:spcAft>
              <a:buClr>
                <a:schemeClr val="accent1"/>
              </a:buClr>
              <a:buSzPts val="1500"/>
              <a:buFont typeface="Calibri"/>
              <a:buChar char=" "/>
              <a:defRPr b="0" i="0" sz="1500" u="none" cap="none" strike="noStrike">
                <a:solidFill>
                  <a:srgbClr val="3F3F3F"/>
                </a:solidFill>
                <a:latin typeface="Calibri"/>
                <a:ea typeface="Calibri"/>
                <a:cs typeface="Calibri"/>
                <a:sym typeface="Calibri"/>
              </a:defRPr>
            </a:lvl1pPr>
            <a:lvl2pPr indent="-317500" lvl="1" marL="914400" marR="0" rtl="0" algn="l">
              <a:lnSpc>
                <a:spcPct val="90000"/>
              </a:lnSpc>
              <a:spcBef>
                <a:spcPts val="2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2pPr>
            <a:lvl3pPr indent="-298450" lvl="2" marL="1371600" marR="0" rtl="0" algn="l">
              <a:lnSpc>
                <a:spcPct val="90000"/>
              </a:lnSpc>
              <a:spcBef>
                <a:spcPts val="300"/>
              </a:spcBef>
              <a:spcAft>
                <a:spcPts val="0"/>
              </a:spcAft>
              <a:buClr>
                <a:schemeClr val="accent1"/>
              </a:buClr>
              <a:buSzPts val="1100"/>
              <a:buFont typeface="Calibri"/>
              <a:buChar char="◦"/>
              <a:defRPr b="0" i="0" sz="1100" u="none" cap="none" strike="noStrike">
                <a:solidFill>
                  <a:srgbClr val="3F3F3F"/>
                </a:solidFill>
                <a:latin typeface="Calibri"/>
                <a:ea typeface="Calibri"/>
                <a:cs typeface="Calibri"/>
                <a:sym typeface="Calibri"/>
              </a:defRPr>
            </a:lvl3pPr>
            <a:lvl4pPr indent="-298450" lvl="3" marL="1828800" marR="0" rtl="0" algn="l">
              <a:lnSpc>
                <a:spcPct val="90000"/>
              </a:lnSpc>
              <a:spcBef>
                <a:spcPts val="300"/>
              </a:spcBef>
              <a:spcAft>
                <a:spcPts val="0"/>
              </a:spcAft>
              <a:buClr>
                <a:schemeClr val="accent1"/>
              </a:buClr>
              <a:buSzPts val="1100"/>
              <a:buFont typeface="Calibri"/>
              <a:buChar char="◦"/>
              <a:defRPr b="0" i="0" sz="1100" u="none" cap="none" strike="noStrike">
                <a:solidFill>
                  <a:srgbClr val="3F3F3F"/>
                </a:solidFill>
                <a:latin typeface="Calibri"/>
                <a:ea typeface="Calibri"/>
                <a:cs typeface="Calibri"/>
                <a:sym typeface="Calibri"/>
              </a:defRPr>
            </a:lvl4pPr>
            <a:lvl5pPr indent="-298450" lvl="4" marL="2286000" marR="0" rtl="0" algn="l">
              <a:lnSpc>
                <a:spcPct val="90000"/>
              </a:lnSpc>
              <a:spcBef>
                <a:spcPts val="300"/>
              </a:spcBef>
              <a:spcAft>
                <a:spcPts val="0"/>
              </a:spcAft>
              <a:buClr>
                <a:schemeClr val="accent1"/>
              </a:buClr>
              <a:buSzPts val="1100"/>
              <a:buFont typeface="Calibri"/>
              <a:buChar char="◦"/>
              <a:defRPr b="0" i="0" sz="1100" u="none" cap="none" strike="noStrike">
                <a:solidFill>
                  <a:srgbClr val="3F3F3F"/>
                </a:solidFill>
                <a:latin typeface="Calibri"/>
                <a:ea typeface="Calibri"/>
                <a:cs typeface="Calibri"/>
                <a:sym typeface="Calibri"/>
              </a:defRPr>
            </a:lvl5pPr>
            <a:lvl6pPr indent="-298450" lvl="5" marL="2743200" marR="0" rtl="0" algn="l">
              <a:lnSpc>
                <a:spcPct val="90000"/>
              </a:lnSpc>
              <a:spcBef>
                <a:spcPts val="300"/>
              </a:spcBef>
              <a:spcAft>
                <a:spcPts val="0"/>
              </a:spcAft>
              <a:buClr>
                <a:schemeClr val="accent1"/>
              </a:buClr>
              <a:buSzPts val="1100"/>
              <a:buFont typeface="Calibri"/>
              <a:buChar char="◦"/>
              <a:defRPr b="0" i="0" sz="1100" u="none" cap="none" strike="noStrike">
                <a:solidFill>
                  <a:srgbClr val="3F3F3F"/>
                </a:solidFill>
                <a:latin typeface="Calibri"/>
                <a:ea typeface="Calibri"/>
                <a:cs typeface="Calibri"/>
                <a:sym typeface="Calibri"/>
              </a:defRPr>
            </a:lvl6pPr>
            <a:lvl7pPr indent="-298450" lvl="6" marL="3200400" marR="0" rtl="0" algn="l">
              <a:lnSpc>
                <a:spcPct val="90000"/>
              </a:lnSpc>
              <a:spcBef>
                <a:spcPts val="300"/>
              </a:spcBef>
              <a:spcAft>
                <a:spcPts val="0"/>
              </a:spcAft>
              <a:buClr>
                <a:schemeClr val="accent1"/>
              </a:buClr>
              <a:buSzPts val="1100"/>
              <a:buFont typeface="Calibri"/>
              <a:buChar char="◦"/>
              <a:defRPr b="0" i="0" sz="1100" u="none" cap="none" strike="noStrike">
                <a:solidFill>
                  <a:srgbClr val="3F3F3F"/>
                </a:solidFill>
                <a:latin typeface="Calibri"/>
                <a:ea typeface="Calibri"/>
                <a:cs typeface="Calibri"/>
                <a:sym typeface="Calibri"/>
              </a:defRPr>
            </a:lvl7pPr>
            <a:lvl8pPr indent="-298450" lvl="7" marL="3657600" marR="0" rtl="0" algn="l">
              <a:lnSpc>
                <a:spcPct val="90000"/>
              </a:lnSpc>
              <a:spcBef>
                <a:spcPts val="300"/>
              </a:spcBef>
              <a:spcAft>
                <a:spcPts val="0"/>
              </a:spcAft>
              <a:buClr>
                <a:schemeClr val="accent1"/>
              </a:buClr>
              <a:buSzPts val="1100"/>
              <a:buFont typeface="Calibri"/>
              <a:buChar char="◦"/>
              <a:defRPr b="0" i="0" sz="1100" u="none" cap="none" strike="noStrike">
                <a:solidFill>
                  <a:srgbClr val="3F3F3F"/>
                </a:solidFill>
                <a:latin typeface="Calibri"/>
                <a:ea typeface="Calibri"/>
                <a:cs typeface="Calibri"/>
                <a:sym typeface="Calibri"/>
              </a:defRPr>
            </a:lvl8pPr>
            <a:lvl9pPr indent="-298450" lvl="8" marL="4114800" marR="0" rtl="0" algn="l">
              <a:lnSpc>
                <a:spcPct val="90000"/>
              </a:lnSpc>
              <a:spcBef>
                <a:spcPts val="300"/>
              </a:spcBef>
              <a:spcAft>
                <a:spcPts val="300"/>
              </a:spcAft>
              <a:buClr>
                <a:schemeClr val="accent1"/>
              </a:buClr>
              <a:buSzPts val="1100"/>
              <a:buFont typeface="Calibri"/>
              <a:buChar char="◦"/>
              <a:defRPr b="0" i="0" sz="1100" u="none" cap="none" strike="noStrike">
                <a:solidFill>
                  <a:srgbClr val="3F3F3F"/>
                </a:solidFill>
                <a:latin typeface="Calibri"/>
                <a:ea typeface="Calibri"/>
                <a:cs typeface="Calibri"/>
                <a:sym typeface="Calibri"/>
              </a:defRPr>
            </a:lvl9pPr>
          </a:lstStyle>
          <a:p/>
        </p:txBody>
      </p:sp>
      <p:sp>
        <p:nvSpPr>
          <p:cNvPr id="55" name="Google Shape;55;p13"/>
          <p:cNvSpPr txBox="1"/>
          <p:nvPr>
            <p:ph idx="10" type="dt"/>
          </p:nvPr>
        </p:nvSpPr>
        <p:spPr>
          <a:xfrm>
            <a:off x="822960" y="4844839"/>
            <a:ext cx="1854203"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sz="700">
                <a:solidFill>
                  <a:srgbClr val="FFFFFF"/>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6" name="Google Shape;56;p13"/>
          <p:cNvSpPr txBox="1"/>
          <p:nvPr>
            <p:ph idx="11" type="ftr"/>
          </p:nvPr>
        </p:nvSpPr>
        <p:spPr>
          <a:xfrm>
            <a:off x="2764639" y="4844839"/>
            <a:ext cx="3617103"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sz="700" cap="none">
                <a:solidFill>
                  <a:srgbClr val="FFFFFF"/>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7" name="Google Shape;57;p13"/>
          <p:cNvSpPr txBox="1"/>
          <p:nvPr>
            <p:ph idx="12" type="sldNum"/>
          </p:nvPr>
        </p:nvSpPr>
        <p:spPr>
          <a:xfrm>
            <a:off x="7425344" y="4844839"/>
            <a:ext cx="984019"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sz="800" u="none">
                <a:solidFill>
                  <a:srgbClr val="FFFFFF"/>
                </a:solidFill>
                <a:latin typeface="Calibri"/>
                <a:ea typeface="Calibri"/>
                <a:cs typeface="Calibri"/>
                <a:sym typeface="Calibri"/>
              </a:defRPr>
            </a:lvl1pPr>
            <a:lvl2pPr indent="0" lvl="1" marL="0" marR="0" rtl="0" algn="r">
              <a:spcBef>
                <a:spcPts val="0"/>
              </a:spcBef>
              <a:buNone/>
              <a:defRPr b="0" sz="800" u="none">
                <a:solidFill>
                  <a:srgbClr val="FFFFFF"/>
                </a:solidFill>
                <a:latin typeface="Calibri"/>
                <a:ea typeface="Calibri"/>
                <a:cs typeface="Calibri"/>
                <a:sym typeface="Calibri"/>
              </a:defRPr>
            </a:lvl2pPr>
            <a:lvl3pPr indent="0" lvl="2" marL="0" marR="0" rtl="0" algn="r">
              <a:spcBef>
                <a:spcPts val="0"/>
              </a:spcBef>
              <a:buNone/>
              <a:defRPr b="0" sz="800" u="none">
                <a:solidFill>
                  <a:srgbClr val="FFFFFF"/>
                </a:solidFill>
                <a:latin typeface="Calibri"/>
                <a:ea typeface="Calibri"/>
                <a:cs typeface="Calibri"/>
                <a:sym typeface="Calibri"/>
              </a:defRPr>
            </a:lvl3pPr>
            <a:lvl4pPr indent="0" lvl="3" marL="0" marR="0" rtl="0" algn="r">
              <a:spcBef>
                <a:spcPts val="0"/>
              </a:spcBef>
              <a:buNone/>
              <a:defRPr b="0" sz="800" u="none">
                <a:solidFill>
                  <a:srgbClr val="FFFFFF"/>
                </a:solidFill>
                <a:latin typeface="Calibri"/>
                <a:ea typeface="Calibri"/>
                <a:cs typeface="Calibri"/>
                <a:sym typeface="Calibri"/>
              </a:defRPr>
            </a:lvl4pPr>
            <a:lvl5pPr indent="0" lvl="4" marL="0" marR="0" rtl="0" algn="r">
              <a:spcBef>
                <a:spcPts val="0"/>
              </a:spcBef>
              <a:buNone/>
              <a:defRPr b="0" sz="800" u="none">
                <a:solidFill>
                  <a:srgbClr val="FFFFFF"/>
                </a:solidFill>
                <a:latin typeface="Calibri"/>
                <a:ea typeface="Calibri"/>
                <a:cs typeface="Calibri"/>
                <a:sym typeface="Calibri"/>
              </a:defRPr>
            </a:lvl5pPr>
            <a:lvl6pPr indent="0" lvl="5" marL="0" marR="0" rtl="0" algn="r">
              <a:spcBef>
                <a:spcPts val="0"/>
              </a:spcBef>
              <a:buNone/>
              <a:defRPr b="0" sz="800" u="none">
                <a:solidFill>
                  <a:srgbClr val="FFFFFF"/>
                </a:solidFill>
                <a:latin typeface="Calibri"/>
                <a:ea typeface="Calibri"/>
                <a:cs typeface="Calibri"/>
                <a:sym typeface="Calibri"/>
              </a:defRPr>
            </a:lvl6pPr>
            <a:lvl7pPr indent="0" lvl="6" marL="0" marR="0" rtl="0" algn="r">
              <a:spcBef>
                <a:spcPts val="0"/>
              </a:spcBef>
              <a:buNone/>
              <a:defRPr b="0" sz="800" u="none">
                <a:solidFill>
                  <a:srgbClr val="FFFFFF"/>
                </a:solidFill>
                <a:latin typeface="Calibri"/>
                <a:ea typeface="Calibri"/>
                <a:cs typeface="Calibri"/>
                <a:sym typeface="Calibri"/>
              </a:defRPr>
            </a:lvl7pPr>
            <a:lvl8pPr indent="0" lvl="7" marL="0" marR="0" rtl="0" algn="r">
              <a:spcBef>
                <a:spcPts val="0"/>
              </a:spcBef>
              <a:buNone/>
              <a:defRPr b="0" sz="800" u="none">
                <a:solidFill>
                  <a:srgbClr val="FFFFFF"/>
                </a:solidFill>
                <a:latin typeface="Calibri"/>
                <a:ea typeface="Calibri"/>
                <a:cs typeface="Calibri"/>
                <a:sym typeface="Calibri"/>
              </a:defRPr>
            </a:lvl8pPr>
            <a:lvl9pPr indent="0" lvl="8" marL="0" marR="0" rtl="0" algn="r">
              <a:spcBef>
                <a:spcPts val="0"/>
              </a:spcBef>
              <a:buNone/>
              <a:defRPr b="0" sz="800" u="non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cxnSp>
        <p:nvCxnSpPr>
          <p:cNvPr id="58" name="Google Shape;58;p13"/>
          <p:cNvCxnSpPr/>
          <p:nvPr/>
        </p:nvCxnSpPr>
        <p:spPr>
          <a:xfrm>
            <a:off x="895149" y="1303384"/>
            <a:ext cx="7475220" cy="0"/>
          </a:xfrm>
          <a:prstGeom prst="straightConnector1">
            <a:avLst/>
          </a:prstGeom>
          <a:noFill/>
          <a:ln cap="flat" cmpd="sng" w="9525">
            <a:solidFill>
              <a:srgbClr val="7F7F7F"/>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hyperlink" Target="https://poe.com/Bus56"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11.png"/><Relationship Id="rId5"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5"/>
          <p:cNvSpPr txBox="1"/>
          <p:nvPr>
            <p:ph type="ctrTitle"/>
          </p:nvPr>
        </p:nvSpPr>
        <p:spPr>
          <a:xfrm>
            <a:off x="822960" y="569214"/>
            <a:ext cx="7543800" cy="2674620"/>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262626"/>
              </a:buClr>
              <a:buSzPts val="4100"/>
              <a:buFont typeface="Calibri"/>
              <a:buNone/>
            </a:pPr>
            <a:r>
              <a:rPr lang="en" sz="4100"/>
              <a:t>Case Study II: Evaluating the Efficiency of Bus Route Adjustments: City bus No. 56</a:t>
            </a:r>
            <a:endParaRPr sz="4100"/>
          </a:p>
        </p:txBody>
      </p:sp>
      <p:sp>
        <p:nvSpPr>
          <p:cNvPr id="147" name="Google Shape;147;p25"/>
          <p:cNvSpPr txBox="1"/>
          <p:nvPr>
            <p:ph idx="1" type="subTitle"/>
          </p:nvPr>
        </p:nvSpPr>
        <p:spPr>
          <a:xfrm>
            <a:off x="825038" y="3341715"/>
            <a:ext cx="7543800" cy="85725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SzPts val="1800"/>
              <a:buNone/>
            </a:pPr>
            <a:r>
              <a:t/>
            </a:r>
            <a:endParaRPr/>
          </a:p>
          <a:p>
            <a:pPr indent="0" lvl="0" marL="0" rtl="0" algn="l">
              <a:lnSpc>
                <a:spcPct val="90000"/>
              </a:lnSpc>
              <a:spcBef>
                <a:spcPts val="1100"/>
              </a:spcBef>
              <a:spcAft>
                <a:spcPts val="0"/>
              </a:spcAft>
              <a:buSzPts val="1800"/>
              <a:buNone/>
            </a:pPr>
            <a:r>
              <a:rPr lang="en"/>
              <a:t>GCAP3226 2026/02/04</a:t>
            </a:r>
            <a:endParaRPr/>
          </a:p>
        </p:txBody>
      </p:sp>
      <p:sp>
        <p:nvSpPr>
          <p:cNvPr id="148" name="Google Shape;148;p25"/>
          <p:cNvSpPr txBox="1"/>
          <p:nvPr>
            <p:ph idx="12" type="sldNum"/>
          </p:nvPr>
        </p:nvSpPr>
        <p:spPr>
          <a:xfrm>
            <a:off x="7425344" y="4844839"/>
            <a:ext cx="984019"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6"/>
          <p:cNvSpPr txBox="1"/>
          <p:nvPr>
            <p:ph type="title"/>
          </p:nvPr>
        </p:nvSpPr>
        <p:spPr>
          <a:xfrm>
            <a:off x="822960" y="214952"/>
            <a:ext cx="7543800" cy="1088068"/>
          </a:xfrm>
          <a:prstGeom prst="rect">
            <a:avLst/>
          </a:prstGeom>
          <a:noFill/>
          <a:ln>
            <a:noFill/>
          </a:ln>
        </p:spPr>
        <p:txBody>
          <a:bodyPr anchorCtr="0" anchor="b" bIns="34275" lIns="68575" spcFirstLastPara="1" rIns="68575" wrap="square" tIns="34275">
            <a:normAutofit/>
          </a:bodyPr>
          <a:lstStyle/>
          <a:p>
            <a:pPr indent="0" lvl="0" marL="0" rtl="0" algn="ctr">
              <a:lnSpc>
                <a:spcPct val="85000"/>
              </a:lnSpc>
              <a:spcBef>
                <a:spcPts val="0"/>
              </a:spcBef>
              <a:spcAft>
                <a:spcPts val="0"/>
              </a:spcAft>
              <a:buClr>
                <a:srgbClr val="3F3F3F"/>
              </a:buClr>
              <a:buSzPts val="3600"/>
              <a:buFont typeface="Calibri"/>
              <a:buNone/>
            </a:pPr>
            <a:r>
              <a:rPr lang="en"/>
              <a:t>Structure of Case Study II</a:t>
            </a:r>
            <a:endParaRPr/>
          </a:p>
        </p:txBody>
      </p:sp>
      <p:sp>
        <p:nvSpPr>
          <p:cNvPr id="154" name="Google Shape;154;p26"/>
          <p:cNvSpPr txBox="1"/>
          <p:nvPr>
            <p:ph idx="1" type="body"/>
          </p:nvPr>
        </p:nvSpPr>
        <p:spPr>
          <a:xfrm>
            <a:off x="822960" y="1384301"/>
            <a:ext cx="7543800" cy="3017520"/>
          </a:xfrm>
          <a:prstGeom prst="rect">
            <a:avLst/>
          </a:prstGeom>
          <a:noFill/>
          <a:ln>
            <a:noFill/>
          </a:ln>
        </p:spPr>
        <p:txBody>
          <a:bodyPr anchorCtr="0" anchor="t" bIns="34275" lIns="0" spcFirstLastPara="1" rIns="0" wrap="square" tIns="34275">
            <a:normAutofit/>
          </a:bodyPr>
          <a:lstStyle/>
          <a:p>
            <a:pPr indent="-139700" lvl="1" marL="292100" rtl="0" algn="l">
              <a:lnSpc>
                <a:spcPct val="90000"/>
              </a:lnSpc>
              <a:spcBef>
                <a:spcPts val="0"/>
              </a:spcBef>
              <a:spcAft>
                <a:spcPts val="0"/>
              </a:spcAft>
              <a:buSzPts val="1800"/>
              <a:buChar char="◦"/>
            </a:pPr>
            <a:r>
              <a:rPr lang="en" sz="1800"/>
              <a:t>Background</a:t>
            </a:r>
            <a:endParaRPr/>
          </a:p>
          <a:p>
            <a:pPr indent="-139700" lvl="1" marL="292100" rtl="0" algn="l">
              <a:lnSpc>
                <a:spcPct val="90000"/>
              </a:lnSpc>
              <a:spcBef>
                <a:spcPts val="500"/>
              </a:spcBef>
              <a:spcAft>
                <a:spcPts val="0"/>
              </a:spcAft>
              <a:buSzPts val="1800"/>
              <a:buChar char="◦"/>
            </a:pPr>
            <a:r>
              <a:rPr lang="en" sz="1800"/>
              <a:t>Simulation design</a:t>
            </a:r>
            <a:endParaRPr sz="1800"/>
          </a:p>
          <a:p>
            <a:pPr indent="-139700" lvl="1" marL="292100" rtl="0" algn="l">
              <a:lnSpc>
                <a:spcPct val="90000"/>
              </a:lnSpc>
              <a:spcBef>
                <a:spcPts val="500"/>
              </a:spcBef>
              <a:spcAft>
                <a:spcPts val="0"/>
              </a:spcAft>
              <a:buSzPts val="1800"/>
              <a:buChar char="◦"/>
            </a:pPr>
            <a:r>
              <a:rPr lang="en" sz="1800"/>
              <a:t>Random component in the simulation</a:t>
            </a:r>
            <a:endParaRPr sz="1800"/>
          </a:p>
          <a:p>
            <a:pPr indent="-139700" lvl="1" marL="292100" rtl="0" algn="l">
              <a:lnSpc>
                <a:spcPct val="90000"/>
              </a:lnSpc>
              <a:spcBef>
                <a:spcPts val="500"/>
              </a:spcBef>
              <a:spcAft>
                <a:spcPts val="0"/>
              </a:spcAft>
              <a:buSzPts val="1800"/>
              <a:buChar char="◦"/>
            </a:pPr>
            <a:r>
              <a:rPr lang="en" sz="1800"/>
              <a:t>Results Interpretation</a:t>
            </a:r>
            <a:endParaRPr/>
          </a:p>
          <a:p>
            <a:pPr indent="-139700" lvl="1" marL="292100" rtl="0" algn="l">
              <a:lnSpc>
                <a:spcPct val="90000"/>
              </a:lnSpc>
              <a:spcBef>
                <a:spcPts val="500"/>
              </a:spcBef>
              <a:spcAft>
                <a:spcPts val="0"/>
              </a:spcAft>
              <a:buSzPts val="1800"/>
              <a:buChar char="◦"/>
            </a:pPr>
            <a:r>
              <a:rPr lang="en" sz="1800"/>
              <a:t>Enquiries (with Transport Department)</a:t>
            </a:r>
            <a:endParaRPr sz="1800"/>
          </a:p>
          <a:p>
            <a:pPr indent="-25400" lvl="1" marL="292100" rtl="0" algn="l">
              <a:lnSpc>
                <a:spcPct val="90000"/>
              </a:lnSpc>
              <a:spcBef>
                <a:spcPts val="500"/>
              </a:spcBef>
              <a:spcAft>
                <a:spcPts val="0"/>
              </a:spcAft>
              <a:buSzPts val="1800"/>
              <a:buNone/>
            </a:pPr>
            <a:r>
              <a:t/>
            </a:r>
            <a:endParaRPr sz="1800"/>
          </a:p>
          <a:p>
            <a:pPr indent="-139700" lvl="1" marL="292100" rtl="0" algn="l">
              <a:lnSpc>
                <a:spcPct val="90000"/>
              </a:lnSpc>
              <a:spcBef>
                <a:spcPts val="500"/>
              </a:spcBef>
              <a:spcAft>
                <a:spcPts val="0"/>
              </a:spcAft>
              <a:buSzPts val="1800"/>
              <a:buChar char="◦"/>
            </a:pPr>
            <a:r>
              <a:rPr lang="en" sz="1800"/>
              <a:t>In-class Exercise</a:t>
            </a:r>
            <a:endParaRPr/>
          </a:p>
        </p:txBody>
      </p:sp>
      <p:sp>
        <p:nvSpPr>
          <p:cNvPr id="155" name="Google Shape;155;p26"/>
          <p:cNvSpPr txBox="1"/>
          <p:nvPr>
            <p:ph idx="12" type="sldNum"/>
          </p:nvPr>
        </p:nvSpPr>
        <p:spPr>
          <a:xfrm>
            <a:off x="7425344" y="4844839"/>
            <a:ext cx="984019"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7"/>
          <p:cNvSpPr txBox="1"/>
          <p:nvPr>
            <p:ph type="title"/>
          </p:nvPr>
        </p:nvSpPr>
        <p:spPr>
          <a:xfrm>
            <a:off x="822960" y="214952"/>
            <a:ext cx="7543800" cy="1088068"/>
          </a:xfrm>
          <a:prstGeom prst="rect">
            <a:avLst/>
          </a:prstGeom>
          <a:noFill/>
          <a:ln>
            <a:noFill/>
          </a:ln>
        </p:spPr>
        <p:txBody>
          <a:bodyPr anchorCtr="0" anchor="b" bIns="34275" lIns="68575" spcFirstLastPara="1" rIns="68575" wrap="square" tIns="34275">
            <a:normAutofit/>
          </a:bodyPr>
          <a:lstStyle/>
          <a:p>
            <a:pPr indent="0" lvl="0" marL="0" rtl="0" algn="ctr">
              <a:lnSpc>
                <a:spcPct val="85000"/>
              </a:lnSpc>
              <a:spcBef>
                <a:spcPts val="0"/>
              </a:spcBef>
              <a:spcAft>
                <a:spcPts val="0"/>
              </a:spcAft>
              <a:buClr>
                <a:srgbClr val="3F3F3F"/>
              </a:buClr>
              <a:buSzPts val="3600"/>
              <a:buFont typeface="Calibri"/>
              <a:buNone/>
            </a:pPr>
            <a:r>
              <a:rPr lang="en"/>
              <a:t>Background</a:t>
            </a:r>
            <a:endParaRPr/>
          </a:p>
        </p:txBody>
      </p:sp>
      <p:grpSp>
        <p:nvGrpSpPr>
          <p:cNvPr id="161" name="Google Shape;161;p27"/>
          <p:cNvGrpSpPr/>
          <p:nvPr/>
        </p:nvGrpSpPr>
        <p:grpSpPr>
          <a:xfrm>
            <a:off x="135599" y="1344169"/>
            <a:ext cx="8804221" cy="3287268"/>
            <a:chOff x="4015" y="0"/>
            <a:chExt cx="11738961" cy="4383024"/>
          </a:xfrm>
        </p:grpSpPr>
        <p:sp>
          <p:nvSpPr>
            <p:cNvPr id="162" name="Google Shape;162;p27"/>
            <p:cNvSpPr/>
            <p:nvPr/>
          </p:nvSpPr>
          <p:spPr>
            <a:xfrm>
              <a:off x="881024" y="0"/>
              <a:ext cx="9984943" cy="4383024"/>
            </a:xfrm>
            <a:prstGeom prst="rightArrow">
              <a:avLst>
                <a:gd fmla="val 50000" name="adj1"/>
                <a:gd fmla="val 50000" name="adj2"/>
              </a:avLst>
            </a:prstGeom>
            <a:solidFill>
              <a:srgbClr val="F5D7C9"/>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3" name="Google Shape;163;p27"/>
            <p:cNvSpPr/>
            <p:nvPr/>
          </p:nvSpPr>
          <p:spPr>
            <a:xfrm>
              <a:off x="4015" y="1314907"/>
              <a:ext cx="2608658" cy="1753209"/>
            </a:xfrm>
            <a:prstGeom prst="roundRect">
              <a:avLst>
                <a:gd fmla="val 16667" name="adj"/>
              </a:avLst>
            </a:prstGeom>
            <a:solidFill>
              <a:srgbClr val="E38310"/>
            </a:solidFill>
            <a:ln cap="flat" cmpd="sng" w="15875">
              <a:solidFill>
                <a:schemeClr val="lt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4" name="Google Shape;164;p27"/>
            <p:cNvSpPr txBox="1"/>
            <p:nvPr/>
          </p:nvSpPr>
          <p:spPr>
            <a:xfrm>
              <a:off x="89600" y="1400492"/>
              <a:ext cx="2437488" cy="1582039"/>
            </a:xfrm>
            <a:prstGeom prst="rect">
              <a:avLst/>
            </a:prstGeom>
            <a:noFill/>
            <a:ln>
              <a:noFill/>
            </a:ln>
          </p:spPr>
          <p:txBody>
            <a:bodyPr anchorCtr="0" anchor="ctr" bIns="51425" lIns="51425" spcFirstLastPara="1" rIns="51425" wrap="square" tIns="51425">
              <a:noAutofit/>
            </a:bodyPr>
            <a:lstStyle/>
            <a:p>
              <a:pPr indent="0" lvl="0" marL="0" marR="0" rtl="0" algn="ctr">
                <a:lnSpc>
                  <a:spcPct val="90000"/>
                </a:lnSpc>
                <a:spcBef>
                  <a:spcPts val="0"/>
                </a:spcBef>
                <a:spcAft>
                  <a:spcPts val="0"/>
                </a:spcAft>
                <a:buClr>
                  <a:schemeClr val="lt1"/>
                </a:buClr>
                <a:buSzPts val="1400"/>
                <a:buFont typeface="Calibri"/>
                <a:buNone/>
              </a:pPr>
              <a:r>
                <a:rPr lang="en" sz="1400">
                  <a:solidFill>
                    <a:schemeClr val="lt1"/>
                  </a:solidFill>
                  <a:latin typeface="Calibri"/>
                  <a:ea typeface="Calibri"/>
                  <a:cs typeface="Calibri"/>
                  <a:sym typeface="Calibri"/>
                </a:rPr>
                <a:t>Franchised bus companies submit annual </a:t>
              </a:r>
              <a:r>
                <a:rPr b="1" lang="en" sz="1400">
                  <a:solidFill>
                    <a:schemeClr val="lt1"/>
                  </a:solidFill>
                  <a:latin typeface="Calibri"/>
                  <a:ea typeface="Calibri"/>
                  <a:cs typeface="Calibri"/>
                  <a:sym typeface="Calibri"/>
                </a:rPr>
                <a:t>Bus Route Planning Programmes</a:t>
              </a:r>
              <a:r>
                <a:rPr lang="en" sz="1400">
                  <a:solidFill>
                    <a:schemeClr val="lt1"/>
                  </a:solidFill>
                  <a:latin typeface="Calibri"/>
                  <a:ea typeface="Calibri"/>
                  <a:cs typeface="Calibri"/>
                  <a:sym typeface="Calibri"/>
                </a:rPr>
                <a:t> to the Transport Department (TD)</a:t>
              </a:r>
              <a:endParaRPr sz="1100"/>
            </a:p>
          </p:txBody>
        </p:sp>
        <p:sp>
          <p:nvSpPr>
            <p:cNvPr id="165" name="Google Shape;165;p27"/>
            <p:cNvSpPr/>
            <p:nvPr/>
          </p:nvSpPr>
          <p:spPr>
            <a:xfrm>
              <a:off x="3047449" y="1314907"/>
              <a:ext cx="2608658" cy="1753209"/>
            </a:xfrm>
            <a:prstGeom prst="roundRect">
              <a:avLst>
                <a:gd fmla="val 16667" name="adj"/>
              </a:avLst>
            </a:prstGeom>
            <a:solidFill>
              <a:srgbClr val="E38310"/>
            </a:solidFill>
            <a:ln cap="flat" cmpd="sng" w="15875">
              <a:solidFill>
                <a:schemeClr val="lt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6" name="Google Shape;166;p27"/>
            <p:cNvSpPr txBox="1"/>
            <p:nvPr/>
          </p:nvSpPr>
          <p:spPr>
            <a:xfrm>
              <a:off x="3133034" y="1400492"/>
              <a:ext cx="2437488" cy="1582039"/>
            </a:xfrm>
            <a:prstGeom prst="rect">
              <a:avLst/>
            </a:prstGeom>
            <a:noFill/>
            <a:ln>
              <a:noFill/>
            </a:ln>
          </p:spPr>
          <p:txBody>
            <a:bodyPr anchorCtr="0" anchor="ctr" bIns="57150" lIns="57150" spcFirstLastPara="1" rIns="57150" wrap="square" tIns="57150">
              <a:noAutofit/>
            </a:bodyPr>
            <a:lstStyle/>
            <a:p>
              <a:pPr indent="0" lvl="0" marL="0" marR="0" rtl="0" algn="ctr">
                <a:lnSpc>
                  <a:spcPct val="90000"/>
                </a:lnSpc>
                <a:spcBef>
                  <a:spcPts val="0"/>
                </a:spcBef>
                <a:spcAft>
                  <a:spcPts val="0"/>
                </a:spcAft>
                <a:buClr>
                  <a:schemeClr val="lt1"/>
                </a:buClr>
                <a:buSzPts val="1500"/>
                <a:buFont typeface="Calibri"/>
                <a:buNone/>
              </a:pPr>
              <a:r>
                <a:rPr lang="en" sz="1500">
                  <a:solidFill>
                    <a:schemeClr val="lt1"/>
                  </a:solidFill>
                  <a:latin typeface="Calibri"/>
                  <a:ea typeface="Calibri"/>
                  <a:cs typeface="Calibri"/>
                  <a:sym typeface="Calibri"/>
                </a:rPr>
                <a:t>The TD reviews proposals, consults with relevant District Councils (particularly for major changes)</a:t>
              </a:r>
              <a:endParaRPr sz="1100"/>
            </a:p>
          </p:txBody>
        </p:sp>
        <p:sp>
          <p:nvSpPr>
            <p:cNvPr id="167" name="Google Shape;167;p27"/>
            <p:cNvSpPr/>
            <p:nvPr/>
          </p:nvSpPr>
          <p:spPr>
            <a:xfrm>
              <a:off x="6090884" y="1314907"/>
              <a:ext cx="2608658" cy="1753209"/>
            </a:xfrm>
            <a:prstGeom prst="roundRect">
              <a:avLst>
                <a:gd fmla="val 16667" name="adj"/>
              </a:avLst>
            </a:prstGeom>
            <a:solidFill>
              <a:srgbClr val="E38310"/>
            </a:solidFill>
            <a:ln cap="flat" cmpd="sng" w="15875">
              <a:solidFill>
                <a:schemeClr val="lt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8" name="Google Shape;168;p27"/>
            <p:cNvSpPr txBox="1"/>
            <p:nvPr/>
          </p:nvSpPr>
          <p:spPr>
            <a:xfrm>
              <a:off x="6176469" y="1400492"/>
              <a:ext cx="2437488" cy="1582039"/>
            </a:xfrm>
            <a:prstGeom prst="rect">
              <a:avLst/>
            </a:prstGeom>
            <a:noFill/>
            <a:ln>
              <a:noFill/>
            </a:ln>
          </p:spPr>
          <p:txBody>
            <a:bodyPr anchorCtr="0" anchor="ctr" bIns="51425" lIns="51425" spcFirstLastPara="1" rIns="51425" wrap="square" tIns="51425">
              <a:noAutofit/>
            </a:bodyPr>
            <a:lstStyle/>
            <a:p>
              <a:pPr indent="0" lvl="0" marL="0" marR="0" rtl="0" algn="ctr">
                <a:lnSpc>
                  <a:spcPct val="90000"/>
                </a:lnSpc>
                <a:spcBef>
                  <a:spcPts val="0"/>
                </a:spcBef>
                <a:spcAft>
                  <a:spcPts val="0"/>
                </a:spcAft>
                <a:buClr>
                  <a:schemeClr val="lt1"/>
                </a:buClr>
                <a:buSzPts val="1400"/>
                <a:buFont typeface="Calibri"/>
                <a:buNone/>
              </a:pPr>
              <a:r>
                <a:rPr lang="en" sz="1400">
                  <a:solidFill>
                    <a:schemeClr val="lt1"/>
                  </a:solidFill>
                  <a:latin typeface="Calibri"/>
                  <a:ea typeface="Calibri"/>
                  <a:cs typeface="Calibri"/>
                  <a:sym typeface="Calibri"/>
                </a:rPr>
                <a:t>Implementation often begins on a temporary basis, allowing up to 24 months of operation without permanent legislative changes.</a:t>
              </a:r>
              <a:endParaRPr sz="1100"/>
            </a:p>
          </p:txBody>
        </p:sp>
        <p:sp>
          <p:nvSpPr>
            <p:cNvPr id="169" name="Google Shape;169;p27"/>
            <p:cNvSpPr/>
            <p:nvPr/>
          </p:nvSpPr>
          <p:spPr>
            <a:xfrm>
              <a:off x="9134318" y="1314907"/>
              <a:ext cx="2608658" cy="1753209"/>
            </a:xfrm>
            <a:prstGeom prst="roundRect">
              <a:avLst>
                <a:gd fmla="val 16667" name="adj"/>
              </a:avLst>
            </a:prstGeom>
            <a:solidFill>
              <a:srgbClr val="E38310"/>
            </a:solidFill>
            <a:ln cap="flat" cmpd="sng" w="15875">
              <a:solidFill>
                <a:schemeClr val="lt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0" name="Google Shape;170;p27"/>
            <p:cNvSpPr txBox="1"/>
            <p:nvPr/>
          </p:nvSpPr>
          <p:spPr>
            <a:xfrm>
              <a:off x="9219903" y="1400492"/>
              <a:ext cx="2437488" cy="1582039"/>
            </a:xfrm>
            <a:prstGeom prst="rect">
              <a:avLst/>
            </a:prstGeom>
            <a:noFill/>
            <a:ln>
              <a:noFill/>
            </a:ln>
          </p:spPr>
          <p:txBody>
            <a:bodyPr anchorCtr="0" anchor="ctr" bIns="51425" lIns="51425" spcFirstLastPara="1" rIns="51425" wrap="square" tIns="51425">
              <a:noAutofit/>
            </a:bodyPr>
            <a:lstStyle/>
            <a:p>
              <a:pPr indent="0" lvl="0" marL="0" marR="0" rtl="0" algn="ctr">
                <a:lnSpc>
                  <a:spcPct val="90000"/>
                </a:lnSpc>
                <a:spcBef>
                  <a:spcPts val="0"/>
                </a:spcBef>
                <a:spcAft>
                  <a:spcPts val="0"/>
                </a:spcAft>
                <a:buClr>
                  <a:schemeClr val="lt1"/>
                </a:buClr>
                <a:buSzPts val="1400"/>
                <a:buFont typeface="Calibri"/>
                <a:buNone/>
              </a:pPr>
              <a:r>
                <a:rPr lang="en" sz="1400">
                  <a:solidFill>
                    <a:schemeClr val="lt1"/>
                  </a:solidFill>
                  <a:latin typeface="Calibri"/>
                  <a:ea typeface="Calibri"/>
                  <a:cs typeface="Calibri"/>
                  <a:sym typeface="Calibri"/>
                </a:rPr>
                <a:t>Legislative procedures are required when route changes need to be made permanent beyond the 24-month temporary period.</a:t>
              </a:r>
              <a:endParaRPr sz="1100"/>
            </a:p>
          </p:txBody>
        </p:sp>
      </p:grpSp>
      <p:sp>
        <p:nvSpPr>
          <p:cNvPr id="171" name="Google Shape;171;p27"/>
          <p:cNvSpPr txBox="1"/>
          <p:nvPr>
            <p:ph idx="12" type="sldNum"/>
          </p:nvPr>
        </p:nvSpPr>
        <p:spPr>
          <a:xfrm>
            <a:off x="7425344" y="4844839"/>
            <a:ext cx="984019"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8"/>
          <p:cNvSpPr txBox="1"/>
          <p:nvPr>
            <p:ph type="title"/>
          </p:nvPr>
        </p:nvSpPr>
        <p:spPr>
          <a:xfrm>
            <a:off x="800100" y="-95298"/>
            <a:ext cx="7543800" cy="1088068"/>
          </a:xfrm>
          <a:prstGeom prst="rect">
            <a:avLst/>
          </a:prstGeom>
          <a:noFill/>
          <a:ln>
            <a:noFill/>
          </a:ln>
        </p:spPr>
        <p:txBody>
          <a:bodyPr anchorCtr="0" anchor="b" bIns="34275" lIns="68575" spcFirstLastPara="1" rIns="68575" wrap="square" tIns="34275">
            <a:normAutofit/>
          </a:bodyPr>
          <a:lstStyle/>
          <a:p>
            <a:pPr indent="0" lvl="0" marL="0" rtl="0" algn="ctr">
              <a:lnSpc>
                <a:spcPct val="85000"/>
              </a:lnSpc>
              <a:spcBef>
                <a:spcPts val="0"/>
              </a:spcBef>
              <a:spcAft>
                <a:spcPts val="0"/>
              </a:spcAft>
              <a:buClr>
                <a:srgbClr val="3F3F3F"/>
              </a:buClr>
              <a:buSzPts val="3600"/>
              <a:buFont typeface="Calibri"/>
              <a:buNone/>
            </a:pPr>
            <a:r>
              <a:rPr lang="en"/>
              <a:t>Bus route planning programme</a:t>
            </a:r>
            <a:endParaRPr/>
          </a:p>
        </p:txBody>
      </p:sp>
      <p:sp>
        <p:nvSpPr>
          <p:cNvPr id="177" name="Google Shape;177;p28"/>
          <p:cNvSpPr txBox="1"/>
          <p:nvPr>
            <p:ph idx="1" type="body"/>
          </p:nvPr>
        </p:nvSpPr>
        <p:spPr>
          <a:xfrm>
            <a:off x="822960" y="1384301"/>
            <a:ext cx="7543800" cy="3017520"/>
          </a:xfrm>
          <a:prstGeom prst="rect">
            <a:avLst/>
          </a:prstGeom>
          <a:noFill/>
          <a:ln>
            <a:noFill/>
          </a:ln>
        </p:spPr>
        <p:txBody>
          <a:bodyPr anchorCtr="0" anchor="t" bIns="34275" lIns="0" spcFirstLastPara="1" rIns="0" wrap="square" tIns="34275">
            <a:normAutofit/>
          </a:bodyPr>
          <a:lstStyle/>
          <a:p>
            <a:pPr indent="0" lvl="0" marL="63500" rtl="0" algn="l">
              <a:lnSpc>
                <a:spcPct val="90000"/>
              </a:lnSpc>
              <a:spcBef>
                <a:spcPts val="0"/>
              </a:spcBef>
              <a:spcAft>
                <a:spcPts val="0"/>
              </a:spcAft>
              <a:buSzPts val="1800"/>
              <a:buNone/>
            </a:pPr>
            <a:r>
              <a:t/>
            </a:r>
            <a:endParaRPr/>
          </a:p>
        </p:txBody>
      </p:sp>
      <p:sp>
        <p:nvSpPr>
          <p:cNvPr id="178" name="Google Shape;178;p28"/>
          <p:cNvSpPr txBox="1"/>
          <p:nvPr>
            <p:ph idx="12" type="sldNum"/>
          </p:nvPr>
        </p:nvSpPr>
        <p:spPr>
          <a:xfrm>
            <a:off x="7425344" y="4844839"/>
            <a:ext cx="984019"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pic>
        <p:nvPicPr>
          <p:cNvPr id="179" name="Google Shape;179;p28"/>
          <p:cNvPicPr preferRelativeResize="0"/>
          <p:nvPr/>
        </p:nvPicPr>
        <p:blipFill rotWithShape="1">
          <a:blip r:embed="rId3">
            <a:alphaModFix/>
          </a:blip>
          <a:srcRect b="0" l="0" r="0" t="8323"/>
          <a:stretch/>
        </p:blipFill>
        <p:spPr>
          <a:xfrm>
            <a:off x="1182060" y="1131356"/>
            <a:ext cx="6779880" cy="357489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9"/>
          <p:cNvSpPr txBox="1"/>
          <p:nvPr>
            <p:ph type="title"/>
          </p:nvPr>
        </p:nvSpPr>
        <p:spPr>
          <a:xfrm>
            <a:off x="822960" y="214952"/>
            <a:ext cx="7543800" cy="1088068"/>
          </a:xfrm>
          <a:prstGeom prst="rect">
            <a:avLst/>
          </a:prstGeom>
          <a:noFill/>
          <a:ln>
            <a:noFill/>
          </a:ln>
        </p:spPr>
        <p:txBody>
          <a:bodyPr anchorCtr="0" anchor="b" bIns="34275" lIns="68575" spcFirstLastPara="1" rIns="68575" wrap="square" tIns="34275">
            <a:normAutofit/>
          </a:bodyPr>
          <a:lstStyle/>
          <a:p>
            <a:pPr indent="0" lvl="0" marL="0" rtl="0" algn="ctr">
              <a:lnSpc>
                <a:spcPct val="85000"/>
              </a:lnSpc>
              <a:spcBef>
                <a:spcPts val="0"/>
              </a:spcBef>
              <a:spcAft>
                <a:spcPts val="0"/>
              </a:spcAft>
              <a:buClr>
                <a:srgbClr val="3F3F3F"/>
              </a:buClr>
              <a:buSzPts val="3600"/>
              <a:buFont typeface="Calibri"/>
              <a:buNone/>
            </a:pPr>
            <a:r>
              <a:rPr lang="en"/>
              <a:t>Criteria for Increasing Bus Frequency</a:t>
            </a:r>
            <a:endParaRPr/>
          </a:p>
        </p:txBody>
      </p:sp>
      <p:sp>
        <p:nvSpPr>
          <p:cNvPr id="185" name="Google Shape;185;p29"/>
          <p:cNvSpPr txBox="1"/>
          <p:nvPr>
            <p:ph idx="1" type="body"/>
          </p:nvPr>
        </p:nvSpPr>
        <p:spPr>
          <a:xfrm>
            <a:off x="530351" y="1384301"/>
            <a:ext cx="5272669" cy="3017520"/>
          </a:xfrm>
          <a:prstGeom prst="rect">
            <a:avLst/>
          </a:prstGeom>
          <a:noFill/>
          <a:ln>
            <a:noFill/>
          </a:ln>
        </p:spPr>
        <p:txBody>
          <a:bodyPr anchorCtr="0" anchor="t" bIns="34275" lIns="0" spcFirstLastPara="1" rIns="0" wrap="square" tIns="34275">
            <a:normAutofit/>
          </a:bodyPr>
          <a:lstStyle/>
          <a:p>
            <a:pPr indent="-133350" lvl="0" marL="63500" rtl="0" algn="l">
              <a:lnSpc>
                <a:spcPct val="90000"/>
              </a:lnSpc>
              <a:spcBef>
                <a:spcPts val="0"/>
              </a:spcBef>
              <a:spcAft>
                <a:spcPts val="0"/>
              </a:spcAft>
              <a:buSzPts val="2100"/>
              <a:buChar char=" "/>
            </a:pPr>
            <a:r>
              <a:rPr i="1" lang="en" sz="2100"/>
              <a:t>“For individual bus routes, if the </a:t>
            </a:r>
            <a:r>
              <a:rPr b="1" i="1" lang="en" sz="2100"/>
              <a:t>passenger load factor </a:t>
            </a:r>
            <a:r>
              <a:rPr i="1" lang="en" sz="2100"/>
              <a:t>reaches 90% during the busiest half-hour and 75% during the busiest hour of peak periods, or 60% during the busiest hour of off-peak periods, the department and the franchised bus company will consider increasing the service frequency.”</a:t>
            </a:r>
            <a:endParaRPr/>
          </a:p>
        </p:txBody>
      </p:sp>
      <p:sp>
        <p:nvSpPr>
          <p:cNvPr id="186" name="Google Shape;186;p29"/>
          <p:cNvSpPr txBox="1"/>
          <p:nvPr>
            <p:ph idx="12" type="sldNum"/>
          </p:nvPr>
        </p:nvSpPr>
        <p:spPr>
          <a:xfrm>
            <a:off x="7425344" y="4844839"/>
            <a:ext cx="984019"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pic>
        <p:nvPicPr>
          <p:cNvPr id="187" name="Google Shape;187;p29"/>
          <p:cNvPicPr preferRelativeResize="0"/>
          <p:nvPr/>
        </p:nvPicPr>
        <p:blipFill rotWithShape="1">
          <a:blip r:embed="rId3">
            <a:alphaModFix/>
          </a:blip>
          <a:srcRect b="0" l="0" r="0" t="0"/>
          <a:stretch/>
        </p:blipFill>
        <p:spPr>
          <a:xfrm>
            <a:off x="6017904" y="1329437"/>
            <a:ext cx="2348856" cy="3338568"/>
          </a:xfrm>
          <a:prstGeom prst="rect">
            <a:avLst/>
          </a:prstGeom>
          <a:noFill/>
          <a:ln>
            <a:noFill/>
          </a:ln>
        </p:spPr>
      </p:pic>
      <p:sp>
        <p:nvSpPr>
          <p:cNvPr id="188" name="Google Shape;188;p29"/>
          <p:cNvSpPr txBox="1"/>
          <p:nvPr/>
        </p:nvSpPr>
        <p:spPr>
          <a:xfrm>
            <a:off x="530351" y="3596277"/>
            <a:ext cx="5207509" cy="32316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700">
                <a:solidFill>
                  <a:schemeClr val="dk1"/>
                </a:solidFill>
                <a:latin typeface="Calibri"/>
                <a:ea typeface="Calibri"/>
                <a:cs typeface="Calibri"/>
                <a:sym typeface="Calibri"/>
              </a:rPr>
              <a:t>Bus route planning program 2024-2025 for North District</a:t>
            </a:r>
            <a:endParaRPr sz="1100"/>
          </a:p>
        </p:txBody>
      </p:sp>
      <p:sp>
        <p:nvSpPr>
          <p:cNvPr id="189" name="Google Shape;189;p29"/>
          <p:cNvSpPr txBox="1"/>
          <p:nvPr/>
        </p:nvSpPr>
        <p:spPr>
          <a:xfrm>
            <a:off x="6775704" y="1297433"/>
            <a:ext cx="1060704"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rgbClr val="FF0000"/>
                </a:solidFill>
                <a:latin typeface="Calibri"/>
                <a:ea typeface="Calibri"/>
                <a:cs typeface="Calibri"/>
                <a:sym typeface="Calibri"/>
              </a:rPr>
              <a:t>(2024)</a:t>
            </a:r>
            <a:endParaRPr sz="1100"/>
          </a:p>
        </p:txBody>
      </p:sp>
      <p:sp>
        <p:nvSpPr>
          <p:cNvPr id="190" name="Google Shape;190;p29"/>
          <p:cNvSpPr/>
          <p:nvPr/>
        </p:nvSpPr>
        <p:spPr>
          <a:xfrm>
            <a:off x="7425344" y="4392677"/>
            <a:ext cx="941416" cy="266184"/>
          </a:xfrm>
          <a:prstGeom prst="rect">
            <a:avLst/>
          </a:prstGeom>
          <a:noFill/>
          <a:ln cap="flat" cmpd="sng" w="15875">
            <a:solidFill>
              <a:srgbClr val="FF000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0"/>
          <p:cNvSpPr txBox="1"/>
          <p:nvPr>
            <p:ph type="title"/>
          </p:nvPr>
        </p:nvSpPr>
        <p:spPr>
          <a:xfrm>
            <a:off x="822960" y="214952"/>
            <a:ext cx="7543800" cy="1088068"/>
          </a:xfrm>
          <a:prstGeom prst="rect">
            <a:avLst/>
          </a:prstGeom>
          <a:noFill/>
          <a:ln>
            <a:noFill/>
          </a:ln>
        </p:spPr>
        <p:txBody>
          <a:bodyPr anchorCtr="0" anchor="b" bIns="34275" lIns="68575" spcFirstLastPara="1" rIns="68575" wrap="square" tIns="34275">
            <a:normAutofit/>
          </a:bodyPr>
          <a:lstStyle/>
          <a:p>
            <a:pPr indent="0" lvl="0" marL="0" rtl="0" algn="ctr">
              <a:lnSpc>
                <a:spcPct val="85000"/>
              </a:lnSpc>
              <a:spcBef>
                <a:spcPts val="0"/>
              </a:spcBef>
              <a:spcAft>
                <a:spcPts val="0"/>
              </a:spcAft>
              <a:buClr>
                <a:srgbClr val="3F3F3F"/>
              </a:buClr>
              <a:buSzPts val="3600"/>
              <a:buFont typeface="Calibri"/>
              <a:buNone/>
            </a:pPr>
            <a:r>
              <a:rPr lang="en"/>
              <a:t>Questions</a:t>
            </a:r>
            <a:endParaRPr/>
          </a:p>
        </p:txBody>
      </p:sp>
      <p:sp>
        <p:nvSpPr>
          <p:cNvPr id="196" name="Google Shape;196;p30"/>
          <p:cNvSpPr txBox="1"/>
          <p:nvPr>
            <p:ph idx="1" type="body"/>
          </p:nvPr>
        </p:nvSpPr>
        <p:spPr>
          <a:xfrm>
            <a:off x="822960" y="1384301"/>
            <a:ext cx="7754112" cy="3017520"/>
          </a:xfrm>
          <a:prstGeom prst="rect">
            <a:avLst/>
          </a:prstGeom>
          <a:noFill/>
          <a:ln>
            <a:noFill/>
          </a:ln>
        </p:spPr>
        <p:txBody>
          <a:bodyPr anchorCtr="0" anchor="t" bIns="34275" lIns="0" spcFirstLastPara="1" rIns="0" wrap="square" tIns="34275">
            <a:normAutofit/>
          </a:bodyPr>
          <a:lstStyle/>
          <a:p>
            <a:pPr indent="-114300" lvl="0" marL="63500" rtl="0" algn="l">
              <a:lnSpc>
                <a:spcPct val="90000"/>
              </a:lnSpc>
              <a:spcBef>
                <a:spcPts val="0"/>
              </a:spcBef>
              <a:spcAft>
                <a:spcPts val="0"/>
              </a:spcAft>
              <a:buSzPts val="1800"/>
              <a:buChar char=" "/>
            </a:pPr>
            <a:r>
              <a:rPr lang="en"/>
              <a:t>The passenger load factor of City Bus No. 56, as reported in the proposal, is 32% during the busiest hour (before adjustment). However, it is unclear:</a:t>
            </a:r>
            <a:endParaRPr/>
          </a:p>
          <a:p>
            <a:pPr indent="0" lvl="0" marL="63500" rtl="0" algn="l">
              <a:lnSpc>
                <a:spcPct val="90000"/>
              </a:lnSpc>
              <a:spcBef>
                <a:spcPts val="1100"/>
              </a:spcBef>
              <a:spcAft>
                <a:spcPts val="0"/>
              </a:spcAft>
              <a:buSzPts val="1800"/>
              <a:buNone/>
            </a:pPr>
            <a:r>
              <a:t/>
            </a:r>
            <a:endParaRPr/>
          </a:p>
          <a:p>
            <a:pPr indent="-114300" lvl="0" marL="63500" rtl="0" algn="l">
              <a:lnSpc>
                <a:spcPct val="90000"/>
              </a:lnSpc>
              <a:spcBef>
                <a:spcPts val="1100"/>
              </a:spcBef>
              <a:spcAft>
                <a:spcPts val="0"/>
              </a:spcAft>
              <a:buSzPts val="1800"/>
              <a:buFont typeface="Courier New"/>
              <a:buChar char="o"/>
            </a:pPr>
            <a:r>
              <a:rPr lang="en"/>
              <a:t>How this passenger load factor is defined</a:t>
            </a:r>
            <a:endParaRPr/>
          </a:p>
          <a:p>
            <a:pPr indent="-114300" lvl="0" marL="63500" rtl="0" algn="l">
              <a:lnSpc>
                <a:spcPct val="90000"/>
              </a:lnSpc>
              <a:spcBef>
                <a:spcPts val="1100"/>
              </a:spcBef>
              <a:spcAft>
                <a:spcPts val="0"/>
              </a:spcAft>
              <a:buSzPts val="1800"/>
              <a:buFont typeface="Courier New"/>
              <a:buChar char="o"/>
            </a:pPr>
            <a:r>
              <a:rPr lang="en"/>
              <a:t>When the busiest hour occurs</a:t>
            </a:r>
            <a:endParaRPr/>
          </a:p>
          <a:p>
            <a:pPr indent="-114300" lvl="0" marL="63500" rtl="0" algn="l">
              <a:lnSpc>
                <a:spcPct val="90000"/>
              </a:lnSpc>
              <a:spcBef>
                <a:spcPts val="1100"/>
              </a:spcBef>
              <a:spcAft>
                <a:spcPts val="0"/>
              </a:spcAft>
              <a:buSzPts val="1800"/>
              <a:buFont typeface="Courier New"/>
              <a:buChar char="o"/>
            </a:pPr>
            <a:r>
              <a:rPr lang="en"/>
              <a:t>Whether the 32% represents an average across different stops and shifts</a:t>
            </a:r>
            <a:endParaRPr/>
          </a:p>
          <a:p>
            <a:pPr indent="-114300" lvl="0" marL="63500" rtl="0" algn="l">
              <a:lnSpc>
                <a:spcPct val="90000"/>
              </a:lnSpc>
              <a:spcBef>
                <a:spcPts val="1100"/>
              </a:spcBef>
              <a:spcAft>
                <a:spcPts val="0"/>
              </a:spcAft>
              <a:buSzPts val="1800"/>
              <a:buFont typeface="Courier New"/>
              <a:buChar char="o"/>
            </a:pPr>
            <a:r>
              <a:rPr lang="en"/>
              <a:t>How an increase in bus frequency is justified given a passenger load factor of 32%</a:t>
            </a:r>
            <a:endParaRPr/>
          </a:p>
          <a:p>
            <a:pPr indent="0" lvl="0" marL="63500" rtl="0" algn="l">
              <a:lnSpc>
                <a:spcPct val="90000"/>
              </a:lnSpc>
              <a:spcBef>
                <a:spcPts val="1100"/>
              </a:spcBef>
              <a:spcAft>
                <a:spcPts val="0"/>
              </a:spcAft>
              <a:buSzPts val="1800"/>
              <a:buNone/>
            </a:pPr>
            <a:r>
              <a:t/>
            </a:r>
            <a:endParaRPr/>
          </a:p>
        </p:txBody>
      </p:sp>
      <p:sp>
        <p:nvSpPr>
          <p:cNvPr id="197" name="Google Shape;197;p30"/>
          <p:cNvSpPr txBox="1"/>
          <p:nvPr>
            <p:ph idx="12" type="sldNum"/>
          </p:nvPr>
        </p:nvSpPr>
        <p:spPr>
          <a:xfrm>
            <a:off x="7425344" y="4844839"/>
            <a:ext cx="984019"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1"/>
          <p:cNvSpPr txBox="1"/>
          <p:nvPr>
            <p:ph idx="12" type="sldNum"/>
          </p:nvPr>
        </p:nvSpPr>
        <p:spPr>
          <a:xfrm>
            <a:off x="7425344" y="4844839"/>
            <a:ext cx="984019"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pic>
        <p:nvPicPr>
          <p:cNvPr descr="Screenshot 2025-07-18 at 15.13.43.png" id="203" name="Google Shape;203;p31"/>
          <p:cNvPicPr preferRelativeResize="0"/>
          <p:nvPr/>
        </p:nvPicPr>
        <p:blipFill rotWithShape="1">
          <a:blip r:embed="rId3">
            <a:alphaModFix/>
          </a:blip>
          <a:srcRect b="748" l="0" r="0" t="749"/>
          <a:stretch/>
        </p:blipFill>
        <p:spPr>
          <a:xfrm>
            <a:off x="822014" y="24817"/>
            <a:ext cx="6911692" cy="4611442"/>
          </a:xfrm>
          <a:prstGeom prst="rect">
            <a:avLst/>
          </a:prstGeom>
          <a:noFill/>
          <a:ln>
            <a:noFill/>
          </a:ln>
        </p:spPr>
      </p:pic>
      <p:sp>
        <p:nvSpPr>
          <p:cNvPr id="204" name="Google Shape;204;p31"/>
          <p:cNvSpPr/>
          <p:nvPr/>
        </p:nvSpPr>
        <p:spPr>
          <a:xfrm>
            <a:off x="3765177" y="2050676"/>
            <a:ext cx="739589" cy="275665"/>
          </a:xfrm>
          <a:prstGeom prst="rect">
            <a:avLst/>
          </a:prstGeom>
          <a:solidFill>
            <a:schemeClr val="lt1"/>
          </a:solidFill>
          <a:ln cap="flat" cmpd="sng" w="15875">
            <a:solidFill>
              <a:srgbClr val="A65F0D"/>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solidFill>
                  <a:schemeClr val="dk1"/>
                </a:solidFill>
                <a:latin typeface="Calibri"/>
                <a:ea typeface="Calibri"/>
                <a:cs typeface="Calibri"/>
                <a:sym typeface="Calibri"/>
              </a:rPr>
              <a:t>Yan Po Rd.</a:t>
            </a:r>
            <a:endParaRPr sz="1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2"/>
          <p:cNvSpPr txBox="1"/>
          <p:nvPr>
            <p:ph type="title"/>
          </p:nvPr>
        </p:nvSpPr>
        <p:spPr>
          <a:xfrm>
            <a:off x="822960" y="214952"/>
            <a:ext cx="7543800" cy="1088068"/>
          </a:xfrm>
          <a:prstGeom prst="rect">
            <a:avLst/>
          </a:prstGeom>
          <a:noFill/>
          <a:ln>
            <a:noFill/>
          </a:ln>
        </p:spPr>
        <p:txBody>
          <a:bodyPr anchorCtr="0" anchor="b" bIns="34275" lIns="68575" spcFirstLastPara="1" rIns="68575" wrap="square" tIns="34275">
            <a:normAutofit/>
          </a:bodyPr>
          <a:lstStyle/>
          <a:p>
            <a:pPr indent="0" lvl="0" marL="0" rtl="0" algn="ctr">
              <a:lnSpc>
                <a:spcPct val="85000"/>
              </a:lnSpc>
              <a:spcBef>
                <a:spcPts val="0"/>
              </a:spcBef>
              <a:spcAft>
                <a:spcPts val="0"/>
              </a:spcAft>
              <a:buClr>
                <a:srgbClr val="3F3F3F"/>
              </a:buClr>
              <a:buSzPts val="3600"/>
              <a:buFont typeface="Calibri"/>
              <a:buNone/>
            </a:pPr>
            <a:r>
              <a:t/>
            </a:r>
            <a:endParaRPr/>
          </a:p>
        </p:txBody>
      </p:sp>
      <p:sp>
        <p:nvSpPr>
          <p:cNvPr id="210" name="Google Shape;210;p32"/>
          <p:cNvSpPr txBox="1"/>
          <p:nvPr>
            <p:ph idx="1" type="body"/>
          </p:nvPr>
        </p:nvSpPr>
        <p:spPr>
          <a:xfrm>
            <a:off x="822960" y="1384301"/>
            <a:ext cx="7543800" cy="3017520"/>
          </a:xfrm>
          <a:prstGeom prst="rect">
            <a:avLst/>
          </a:prstGeom>
          <a:noFill/>
          <a:ln>
            <a:noFill/>
          </a:ln>
        </p:spPr>
        <p:txBody>
          <a:bodyPr anchorCtr="0" anchor="t" bIns="34275" lIns="0" spcFirstLastPara="1" rIns="0" wrap="square" tIns="34275">
            <a:normAutofit/>
          </a:bodyPr>
          <a:lstStyle/>
          <a:p>
            <a:pPr indent="0" lvl="0" marL="63500" rtl="0" algn="l">
              <a:lnSpc>
                <a:spcPct val="90000"/>
              </a:lnSpc>
              <a:spcBef>
                <a:spcPts val="0"/>
              </a:spcBef>
              <a:spcAft>
                <a:spcPts val="0"/>
              </a:spcAft>
              <a:buSzPts val="1800"/>
              <a:buNone/>
            </a:pPr>
            <a:r>
              <a:t/>
            </a:r>
            <a:endParaRPr/>
          </a:p>
        </p:txBody>
      </p:sp>
      <p:sp>
        <p:nvSpPr>
          <p:cNvPr id="211" name="Google Shape;211;p32"/>
          <p:cNvSpPr txBox="1"/>
          <p:nvPr>
            <p:ph idx="12" type="sldNum"/>
          </p:nvPr>
        </p:nvSpPr>
        <p:spPr>
          <a:xfrm>
            <a:off x="7425344" y="4844839"/>
            <a:ext cx="984019"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pic>
        <p:nvPicPr>
          <p:cNvPr id="212" name="Google Shape;212;p32"/>
          <p:cNvPicPr preferRelativeResize="0"/>
          <p:nvPr/>
        </p:nvPicPr>
        <p:blipFill rotWithShape="1">
          <a:blip r:embed="rId3">
            <a:alphaModFix/>
          </a:blip>
          <a:srcRect b="0" l="0" r="0" t="0"/>
          <a:stretch/>
        </p:blipFill>
        <p:spPr>
          <a:xfrm>
            <a:off x="0" y="507014"/>
            <a:ext cx="8997696" cy="406340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3"/>
          <p:cNvSpPr txBox="1"/>
          <p:nvPr>
            <p:ph type="title"/>
          </p:nvPr>
        </p:nvSpPr>
        <p:spPr>
          <a:xfrm>
            <a:off x="822960" y="214952"/>
            <a:ext cx="7543800" cy="1088068"/>
          </a:xfrm>
          <a:prstGeom prst="rect">
            <a:avLst/>
          </a:prstGeom>
          <a:noFill/>
          <a:ln>
            <a:noFill/>
          </a:ln>
        </p:spPr>
        <p:txBody>
          <a:bodyPr anchorCtr="0" anchor="b" bIns="34275" lIns="68575" spcFirstLastPara="1" rIns="68575" wrap="square" tIns="34275">
            <a:normAutofit/>
          </a:bodyPr>
          <a:lstStyle/>
          <a:p>
            <a:pPr indent="0" lvl="0" marL="0" rtl="0" algn="ctr">
              <a:lnSpc>
                <a:spcPct val="85000"/>
              </a:lnSpc>
              <a:spcBef>
                <a:spcPts val="0"/>
              </a:spcBef>
              <a:spcAft>
                <a:spcPts val="0"/>
              </a:spcAft>
              <a:buClr>
                <a:srgbClr val="3F3F3F"/>
              </a:buClr>
              <a:buSzPts val="3600"/>
              <a:buFont typeface="Calibri"/>
              <a:buNone/>
            </a:pPr>
            <a:r>
              <a:rPr lang="en"/>
              <a:t>Objectives</a:t>
            </a:r>
            <a:endParaRPr/>
          </a:p>
        </p:txBody>
      </p:sp>
      <p:sp>
        <p:nvSpPr>
          <p:cNvPr id="218" name="Google Shape;218;p33"/>
          <p:cNvSpPr txBox="1"/>
          <p:nvPr>
            <p:ph idx="1" type="body"/>
          </p:nvPr>
        </p:nvSpPr>
        <p:spPr>
          <a:xfrm>
            <a:off x="822960" y="1384301"/>
            <a:ext cx="7543800" cy="3017520"/>
          </a:xfrm>
          <a:prstGeom prst="rect">
            <a:avLst/>
          </a:prstGeom>
          <a:noFill/>
          <a:ln>
            <a:noFill/>
          </a:ln>
        </p:spPr>
        <p:txBody>
          <a:bodyPr anchorCtr="0" anchor="t" bIns="34275" lIns="0" spcFirstLastPara="1" rIns="0" wrap="square" tIns="34275">
            <a:normAutofit/>
          </a:bodyPr>
          <a:lstStyle/>
          <a:p>
            <a:pPr indent="-114300" lvl="0" marL="63500" rtl="0" algn="l">
              <a:lnSpc>
                <a:spcPct val="90000"/>
              </a:lnSpc>
              <a:spcBef>
                <a:spcPts val="0"/>
              </a:spcBef>
              <a:spcAft>
                <a:spcPts val="0"/>
              </a:spcAft>
              <a:buSzPts val="1800"/>
              <a:buFont typeface="Courier New"/>
              <a:buChar char="o"/>
            </a:pPr>
            <a:r>
              <a:rPr lang="en"/>
              <a:t>To develop and analyze a simulation of Bus Route 56 operations during the morning using field data and estimated arrival times (ETA) from https://data.gov.hk/en/.</a:t>
            </a:r>
            <a:endParaRPr/>
          </a:p>
          <a:p>
            <a:pPr indent="-114300" lvl="0" marL="63500" rtl="0" algn="l">
              <a:lnSpc>
                <a:spcPct val="90000"/>
              </a:lnSpc>
              <a:spcBef>
                <a:spcPts val="1100"/>
              </a:spcBef>
              <a:spcAft>
                <a:spcPts val="0"/>
              </a:spcAft>
              <a:buSzPts val="1800"/>
              <a:buFont typeface="Courier New"/>
              <a:buChar char="o"/>
            </a:pPr>
            <a:r>
              <a:rPr lang="en"/>
              <a:t>To assess the justification for route and frequency adjustments to Bus No.56 by estimating the </a:t>
            </a:r>
            <a:r>
              <a:rPr b="1" lang="en"/>
              <a:t>seat utilization rate </a:t>
            </a:r>
            <a:r>
              <a:rPr lang="en"/>
              <a:t>via simulation.</a:t>
            </a:r>
            <a:endParaRPr/>
          </a:p>
          <a:p>
            <a:pPr indent="-114300" lvl="0" marL="63500" rtl="0" algn="l">
              <a:lnSpc>
                <a:spcPct val="90000"/>
              </a:lnSpc>
              <a:spcBef>
                <a:spcPts val="1100"/>
              </a:spcBef>
              <a:spcAft>
                <a:spcPts val="0"/>
              </a:spcAft>
              <a:buSzPts val="1800"/>
              <a:buFont typeface="Courier New"/>
              <a:buChar char="o"/>
            </a:pPr>
            <a:r>
              <a:rPr lang="en"/>
              <a:t>To provide evidence-based policy enquiries.</a:t>
            </a:r>
            <a:endParaRPr/>
          </a:p>
        </p:txBody>
      </p:sp>
      <p:sp>
        <p:nvSpPr>
          <p:cNvPr id="219" name="Google Shape;219;p33"/>
          <p:cNvSpPr txBox="1"/>
          <p:nvPr>
            <p:ph idx="12" type="sldNum"/>
          </p:nvPr>
        </p:nvSpPr>
        <p:spPr>
          <a:xfrm>
            <a:off x="7425344" y="4844839"/>
            <a:ext cx="984019"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4"/>
          <p:cNvSpPr txBox="1"/>
          <p:nvPr>
            <p:ph type="title"/>
          </p:nvPr>
        </p:nvSpPr>
        <p:spPr>
          <a:xfrm>
            <a:off x="822960" y="214952"/>
            <a:ext cx="7543800" cy="1088068"/>
          </a:xfrm>
          <a:prstGeom prst="rect">
            <a:avLst/>
          </a:prstGeom>
          <a:noFill/>
          <a:ln>
            <a:noFill/>
          </a:ln>
        </p:spPr>
        <p:txBody>
          <a:bodyPr anchorCtr="0" anchor="b" bIns="34275" lIns="68575" spcFirstLastPara="1" rIns="68575" wrap="square" tIns="34275">
            <a:normAutofit/>
          </a:bodyPr>
          <a:lstStyle/>
          <a:p>
            <a:pPr indent="0" lvl="0" marL="0" rtl="0" algn="ctr">
              <a:lnSpc>
                <a:spcPct val="85000"/>
              </a:lnSpc>
              <a:spcBef>
                <a:spcPts val="0"/>
              </a:spcBef>
              <a:spcAft>
                <a:spcPts val="0"/>
              </a:spcAft>
              <a:buClr>
                <a:srgbClr val="3F3F3F"/>
              </a:buClr>
              <a:buSzPts val="3600"/>
              <a:buFont typeface="Calibri"/>
              <a:buNone/>
            </a:pPr>
            <a:r>
              <a:rPr lang="en"/>
              <a:t>Recall simulation design</a:t>
            </a:r>
            <a:endParaRPr/>
          </a:p>
        </p:txBody>
      </p:sp>
      <p:sp>
        <p:nvSpPr>
          <p:cNvPr id="225" name="Google Shape;225;p34"/>
          <p:cNvSpPr txBox="1"/>
          <p:nvPr>
            <p:ph idx="1" type="body"/>
          </p:nvPr>
        </p:nvSpPr>
        <p:spPr>
          <a:xfrm>
            <a:off x="822960" y="1384301"/>
            <a:ext cx="7543800" cy="3017520"/>
          </a:xfrm>
          <a:prstGeom prst="rect">
            <a:avLst/>
          </a:prstGeom>
          <a:noFill/>
          <a:ln>
            <a:noFill/>
          </a:ln>
        </p:spPr>
        <p:txBody>
          <a:bodyPr anchorCtr="0" anchor="t" bIns="34275" lIns="0" spcFirstLastPara="1" rIns="0" wrap="square" tIns="34275">
            <a:normAutofit/>
          </a:bodyPr>
          <a:lstStyle/>
          <a:p>
            <a:pPr indent="-133350" lvl="0" marL="63500" rtl="0" algn="l">
              <a:lnSpc>
                <a:spcPct val="90000"/>
              </a:lnSpc>
              <a:spcBef>
                <a:spcPts val="0"/>
              </a:spcBef>
              <a:spcAft>
                <a:spcPts val="0"/>
              </a:spcAft>
              <a:buSzPts val="2100"/>
              <a:buFont typeface="Courier New"/>
              <a:buChar char="o"/>
            </a:pPr>
            <a:r>
              <a:rPr lang="en" sz="2100"/>
              <a:t>Simulation is about mimicking (complex) systems, normally over time, using logic, math and computers.</a:t>
            </a:r>
            <a:endParaRPr sz="2100"/>
          </a:p>
          <a:p>
            <a:pPr indent="-133350" lvl="0" marL="63500" rtl="0" algn="l">
              <a:lnSpc>
                <a:spcPct val="90000"/>
              </a:lnSpc>
              <a:spcBef>
                <a:spcPts val="1100"/>
              </a:spcBef>
              <a:spcAft>
                <a:spcPts val="0"/>
              </a:spcAft>
              <a:buSzPts val="2100"/>
              <a:buFont typeface="Courier New"/>
              <a:buChar char="o"/>
            </a:pPr>
            <a:r>
              <a:rPr lang="en" sz="2100"/>
              <a:t>Simulation is an experimental process – run and rerun a model many times under different scenarios to predict system behaviour and evaluate performance under each scenario.</a:t>
            </a:r>
            <a:endParaRPr sz="2100"/>
          </a:p>
          <a:p>
            <a:pPr indent="0" lvl="0" marL="0" rtl="0" algn="l">
              <a:lnSpc>
                <a:spcPct val="90000"/>
              </a:lnSpc>
              <a:spcBef>
                <a:spcPts val="1100"/>
              </a:spcBef>
              <a:spcAft>
                <a:spcPts val="0"/>
              </a:spcAft>
              <a:buSzPts val="1800"/>
              <a:buNone/>
            </a:pPr>
            <a:r>
              <a:t/>
            </a:r>
            <a:endParaRPr/>
          </a:p>
        </p:txBody>
      </p:sp>
      <p:sp>
        <p:nvSpPr>
          <p:cNvPr id="226" name="Google Shape;226;p34"/>
          <p:cNvSpPr txBox="1"/>
          <p:nvPr>
            <p:ph idx="12" type="sldNum"/>
          </p:nvPr>
        </p:nvSpPr>
        <p:spPr>
          <a:xfrm>
            <a:off x="7425344" y="4844839"/>
            <a:ext cx="984019"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227" name="Google Shape;227;p34"/>
          <p:cNvSpPr/>
          <p:nvPr/>
        </p:nvSpPr>
        <p:spPr>
          <a:xfrm>
            <a:off x="5882082" y="3192905"/>
            <a:ext cx="1999343" cy="276999"/>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u="sng">
                <a:solidFill>
                  <a:schemeClr val="hlink"/>
                </a:solidFill>
                <a:latin typeface="Calibri"/>
                <a:ea typeface="Calibri"/>
                <a:cs typeface="Calibri"/>
                <a:sym typeface="Calibri"/>
                <a:hlinkClick r:id="rId3"/>
              </a:rPr>
              <a:t>https://poe.com/Bus56</a:t>
            </a:r>
            <a:endParaRPr sz="14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5"/>
          <p:cNvSpPr txBox="1"/>
          <p:nvPr>
            <p:ph type="title"/>
          </p:nvPr>
        </p:nvSpPr>
        <p:spPr>
          <a:xfrm>
            <a:off x="822960" y="214952"/>
            <a:ext cx="7543800" cy="1088068"/>
          </a:xfrm>
          <a:prstGeom prst="rect">
            <a:avLst/>
          </a:prstGeom>
          <a:noFill/>
          <a:ln>
            <a:noFill/>
          </a:ln>
        </p:spPr>
        <p:txBody>
          <a:bodyPr anchorCtr="0" anchor="b" bIns="34275" lIns="68575" spcFirstLastPara="1" rIns="68575" wrap="square" tIns="34275">
            <a:normAutofit/>
          </a:bodyPr>
          <a:lstStyle/>
          <a:p>
            <a:pPr indent="0" lvl="0" marL="0" rtl="0" algn="ctr">
              <a:lnSpc>
                <a:spcPct val="85000"/>
              </a:lnSpc>
              <a:spcBef>
                <a:spcPts val="0"/>
              </a:spcBef>
              <a:spcAft>
                <a:spcPts val="0"/>
              </a:spcAft>
              <a:buClr>
                <a:srgbClr val="3F3F3F"/>
              </a:buClr>
              <a:buSzPts val="3600"/>
              <a:buFont typeface="Calibri"/>
              <a:buNone/>
            </a:pPr>
            <a:r>
              <a:rPr lang="en"/>
              <a:t>Random components</a:t>
            </a:r>
            <a:endParaRPr/>
          </a:p>
        </p:txBody>
      </p:sp>
      <p:sp>
        <p:nvSpPr>
          <p:cNvPr id="233" name="Google Shape;233;p35"/>
          <p:cNvSpPr txBox="1"/>
          <p:nvPr>
            <p:ph idx="1" type="body"/>
          </p:nvPr>
        </p:nvSpPr>
        <p:spPr>
          <a:xfrm>
            <a:off x="822960" y="1384301"/>
            <a:ext cx="8092440" cy="3017520"/>
          </a:xfrm>
          <a:prstGeom prst="rect">
            <a:avLst/>
          </a:prstGeom>
          <a:noFill/>
          <a:ln>
            <a:noFill/>
          </a:ln>
        </p:spPr>
        <p:txBody>
          <a:bodyPr anchorCtr="0" anchor="t" bIns="34275" lIns="0" spcFirstLastPara="1" rIns="0" wrap="square" tIns="34275">
            <a:normAutofit/>
          </a:bodyPr>
          <a:lstStyle/>
          <a:p>
            <a:pPr indent="0" lvl="0" marL="0" rtl="0" algn="l">
              <a:lnSpc>
                <a:spcPct val="90000"/>
              </a:lnSpc>
              <a:spcBef>
                <a:spcPts val="0"/>
              </a:spcBef>
              <a:spcAft>
                <a:spcPts val="0"/>
              </a:spcAft>
              <a:buSzPts val="1800"/>
              <a:buNone/>
            </a:pPr>
            <a:r>
              <a:rPr lang="en"/>
              <a:t>To calculate the </a:t>
            </a:r>
            <a:r>
              <a:rPr b="1" lang="en"/>
              <a:t>seat utilization rate</a:t>
            </a:r>
            <a:r>
              <a:rPr lang="en"/>
              <a:t>, we need to count the passengers on bus at each stop. </a:t>
            </a:r>
            <a:endParaRPr/>
          </a:p>
          <a:p>
            <a:pPr indent="0" lvl="0" marL="0" rtl="0" algn="l">
              <a:lnSpc>
                <a:spcPct val="90000"/>
              </a:lnSpc>
              <a:spcBef>
                <a:spcPts val="1100"/>
              </a:spcBef>
              <a:spcAft>
                <a:spcPts val="0"/>
              </a:spcAft>
              <a:buSzPts val="1800"/>
              <a:buNone/>
            </a:pPr>
            <a:r>
              <a:t/>
            </a:r>
            <a:endParaRPr/>
          </a:p>
          <a:p>
            <a:pPr indent="-114300" lvl="0" marL="63500" rtl="0" algn="l">
              <a:lnSpc>
                <a:spcPct val="90000"/>
              </a:lnSpc>
              <a:spcBef>
                <a:spcPts val="1100"/>
              </a:spcBef>
              <a:spcAft>
                <a:spcPts val="0"/>
              </a:spcAft>
              <a:buSzPts val="1800"/>
              <a:buFont typeface="Courier New"/>
              <a:buChar char="o"/>
            </a:pPr>
            <a:r>
              <a:rPr lang="en"/>
              <a:t>The </a:t>
            </a:r>
            <a:r>
              <a:rPr lang="en">
                <a:solidFill>
                  <a:srgbClr val="FF0000"/>
                </a:solidFill>
              </a:rPr>
              <a:t>travel time </a:t>
            </a:r>
            <a:r>
              <a:rPr lang="en"/>
              <a:t>between each pair of stops is random.</a:t>
            </a:r>
            <a:endParaRPr/>
          </a:p>
          <a:p>
            <a:pPr indent="-114300" lvl="0" marL="63500" rtl="0" algn="l">
              <a:lnSpc>
                <a:spcPct val="90000"/>
              </a:lnSpc>
              <a:spcBef>
                <a:spcPts val="1100"/>
              </a:spcBef>
              <a:spcAft>
                <a:spcPts val="0"/>
              </a:spcAft>
              <a:buSzPts val="1800"/>
              <a:buFont typeface="Courier New"/>
              <a:buChar char="o"/>
            </a:pPr>
            <a:r>
              <a:rPr lang="en"/>
              <a:t>At each stop, </a:t>
            </a:r>
            <a:r>
              <a:rPr lang="en">
                <a:solidFill>
                  <a:schemeClr val="dk1"/>
                </a:solidFill>
              </a:rPr>
              <a:t>the</a:t>
            </a:r>
            <a:r>
              <a:rPr lang="en">
                <a:solidFill>
                  <a:srgbClr val="FF0000"/>
                </a:solidFill>
              </a:rPr>
              <a:t> number of waiting passengers </a:t>
            </a:r>
            <a:r>
              <a:rPr lang="en"/>
              <a:t>is random.</a:t>
            </a:r>
            <a:endParaRPr/>
          </a:p>
          <a:p>
            <a:pPr indent="-114300" lvl="0" marL="63500" rtl="0" algn="l">
              <a:lnSpc>
                <a:spcPct val="90000"/>
              </a:lnSpc>
              <a:spcBef>
                <a:spcPts val="1100"/>
              </a:spcBef>
              <a:spcAft>
                <a:spcPts val="0"/>
              </a:spcAft>
              <a:buSzPts val="1800"/>
              <a:buFont typeface="Courier New"/>
              <a:buChar char="o"/>
            </a:pPr>
            <a:r>
              <a:rPr lang="en"/>
              <a:t>At each stop, </a:t>
            </a:r>
            <a:r>
              <a:rPr lang="en">
                <a:solidFill>
                  <a:schemeClr val="dk1"/>
                </a:solidFill>
              </a:rPr>
              <a:t>the</a:t>
            </a:r>
            <a:r>
              <a:rPr lang="en">
                <a:solidFill>
                  <a:srgbClr val="FF0000"/>
                </a:solidFill>
              </a:rPr>
              <a:t> number of passengers getting off </a:t>
            </a:r>
            <a:r>
              <a:rPr lang="en"/>
              <a:t>is random.</a:t>
            </a:r>
            <a:endParaRPr/>
          </a:p>
        </p:txBody>
      </p:sp>
      <p:sp>
        <p:nvSpPr>
          <p:cNvPr id="234" name="Google Shape;234;p35"/>
          <p:cNvSpPr txBox="1"/>
          <p:nvPr>
            <p:ph idx="12" type="sldNum"/>
          </p:nvPr>
        </p:nvSpPr>
        <p:spPr>
          <a:xfrm>
            <a:off x="7425344" y="4844839"/>
            <a:ext cx="984019"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6"/>
          <p:cNvSpPr txBox="1"/>
          <p:nvPr>
            <p:ph type="title"/>
          </p:nvPr>
        </p:nvSpPr>
        <p:spPr>
          <a:xfrm>
            <a:off x="822960" y="214952"/>
            <a:ext cx="7543800" cy="1088068"/>
          </a:xfrm>
          <a:prstGeom prst="rect">
            <a:avLst/>
          </a:prstGeom>
          <a:noFill/>
          <a:ln>
            <a:noFill/>
          </a:ln>
        </p:spPr>
        <p:txBody>
          <a:bodyPr anchorCtr="0" anchor="b" bIns="34275" lIns="68575" spcFirstLastPara="1" rIns="68575" wrap="square" tIns="34275">
            <a:normAutofit/>
          </a:bodyPr>
          <a:lstStyle/>
          <a:p>
            <a:pPr indent="0" lvl="0" marL="0" rtl="0" algn="ctr">
              <a:lnSpc>
                <a:spcPct val="85000"/>
              </a:lnSpc>
              <a:spcBef>
                <a:spcPts val="0"/>
              </a:spcBef>
              <a:spcAft>
                <a:spcPts val="0"/>
              </a:spcAft>
              <a:buClr>
                <a:srgbClr val="3F3F3F"/>
              </a:buClr>
              <a:buSzPts val="3600"/>
              <a:buFont typeface="Calibri"/>
              <a:buNone/>
            </a:pPr>
            <a:r>
              <a:rPr lang="en"/>
              <a:t>Travel time</a:t>
            </a:r>
            <a:endParaRPr/>
          </a:p>
        </p:txBody>
      </p:sp>
      <p:sp>
        <p:nvSpPr>
          <p:cNvPr id="240" name="Google Shape;240;p36"/>
          <p:cNvSpPr txBox="1"/>
          <p:nvPr>
            <p:ph idx="1" type="body"/>
          </p:nvPr>
        </p:nvSpPr>
        <p:spPr>
          <a:xfrm>
            <a:off x="822959" y="1384301"/>
            <a:ext cx="7697870" cy="3017520"/>
          </a:xfrm>
          <a:prstGeom prst="rect">
            <a:avLst/>
          </a:prstGeom>
          <a:noFill/>
          <a:ln>
            <a:noFill/>
          </a:ln>
        </p:spPr>
        <p:txBody>
          <a:bodyPr anchorCtr="0" anchor="t" bIns="34275" lIns="0" spcFirstLastPara="1" rIns="0" wrap="square" tIns="34275">
            <a:normAutofit/>
          </a:bodyPr>
          <a:lstStyle/>
          <a:p>
            <a:pPr indent="-114300" lvl="0" marL="63500" rtl="0" algn="l">
              <a:lnSpc>
                <a:spcPct val="90000"/>
              </a:lnSpc>
              <a:spcBef>
                <a:spcPts val="0"/>
              </a:spcBef>
              <a:spcAft>
                <a:spcPts val="0"/>
              </a:spcAft>
              <a:buSzPts val="1800"/>
              <a:buFont typeface="Courier New"/>
              <a:buChar char="o"/>
            </a:pPr>
            <a:r>
              <a:rPr lang="en"/>
              <a:t>The bus travel time between each pair of stops is modelled as a </a:t>
            </a:r>
            <a:r>
              <a:rPr b="1" lang="en"/>
              <a:t>random variable </a:t>
            </a:r>
            <a:r>
              <a:rPr lang="en"/>
              <a:t>drawn from a </a:t>
            </a:r>
            <a:r>
              <a:rPr b="1" lang="en"/>
              <a:t>normal distribution</a:t>
            </a:r>
            <a:r>
              <a:rPr lang="en"/>
              <a:t>, with the mean and standard deviation estimated from sample data.</a:t>
            </a:r>
            <a:endParaRPr/>
          </a:p>
          <a:p>
            <a:pPr indent="-114300" lvl="0" marL="63500" rtl="0" algn="l">
              <a:lnSpc>
                <a:spcPct val="90000"/>
              </a:lnSpc>
              <a:spcBef>
                <a:spcPts val="1100"/>
              </a:spcBef>
              <a:spcAft>
                <a:spcPts val="0"/>
              </a:spcAft>
              <a:buSzPts val="1800"/>
              <a:buFont typeface="Courier New"/>
              <a:buChar char="o"/>
            </a:pPr>
            <a:r>
              <a:rPr lang="en"/>
              <a:t>Using the API, we collected ETA at each stop for 30 trips of Bus No. 56.</a:t>
            </a:r>
            <a:endParaRPr/>
          </a:p>
          <a:p>
            <a:pPr indent="-114300" lvl="0" marL="63500" rtl="0" algn="l">
              <a:lnSpc>
                <a:spcPct val="90000"/>
              </a:lnSpc>
              <a:spcBef>
                <a:spcPts val="1100"/>
              </a:spcBef>
              <a:spcAft>
                <a:spcPts val="0"/>
              </a:spcAft>
              <a:buSzPts val="1800"/>
              <a:buFont typeface="Courier New"/>
              <a:buChar char="o"/>
            </a:pPr>
            <a:r>
              <a:rPr lang="en"/>
              <a:t>We then calculated the mean and standard deviation of travel times between each pair of stops. For each simulation run, we sampled travel times from the corresponding normal distributions to represent the bus travel times between stops.</a:t>
            </a:r>
            <a:endParaRPr/>
          </a:p>
        </p:txBody>
      </p:sp>
      <p:pic>
        <p:nvPicPr>
          <p:cNvPr id="241" name="Google Shape;241;p36"/>
          <p:cNvPicPr preferRelativeResize="0"/>
          <p:nvPr/>
        </p:nvPicPr>
        <p:blipFill rotWithShape="1">
          <a:blip r:embed="rId3">
            <a:alphaModFix/>
          </a:blip>
          <a:srcRect b="35506" l="1317" r="32106" t="8457"/>
          <a:stretch/>
        </p:blipFill>
        <p:spPr>
          <a:xfrm>
            <a:off x="4665518" y="3804278"/>
            <a:ext cx="3881005" cy="561340"/>
          </a:xfrm>
          <a:prstGeom prst="rect">
            <a:avLst/>
          </a:prstGeom>
          <a:noFill/>
          <a:ln cap="flat" cmpd="sng" w="9525">
            <a:solidFill>
              <a:schemeClr val="dk1"/>
            </a:solidFill>
            <a:prstDash val="solid"/>
            <a:round/>
            <a:headEnd len="sm" w="sm" type="none"/>
            <a:tailEnd len="sm" w="sm" type="none"/>
          </a:ln>
        </p:spPr>
      </p:pic>
      <p:sp>
        <p:nvSpPr>
          <p:cNvPr id="242" name="Google Shape;242;p36"/>
          <p:cNvSpPr txBox="1"/>
          <p:nvPr>
            <p:ph idx="12" type="sldNum"/>
          </p:nvPr>
        </p:nvSpPr>
        <p:spPr>
          <a:xfrm>
            <a:off x="7425344" y="4844839"/>
            <a:ext cx="984019"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grpSp>
        <p:nvGrpSpPr>
          <p:cNvPr id="243" name="Google Shape;243;p36"/>
          <p:cNvGrpSpPr/>
          <p:nvPr/>
        </p:nvGrpSpPr>
        <p:grpSpPr>
          <a:xfrm>
            <a:off x="1660922" y="3630586"/>
            <a:ext cx="2801974" cy="1001323"/>
            <a:chOff x="2214562" y="4840781"/>
            <a:chExt cx="3735965" cy="1335097"/>
          </a:xfrm>
        </p:grpSpPr>
        <p:pic>
          <p:nvPicPr>
            <p:cNvPr id="244" name="Google Shape;244;p36"/>
            <p:cNvPicPr preferRelativeResize="0"/>
            <p:nvPr/>
          </p:nvPicPr>
          <p:blipFill rotWithShape="1">
            <a:blip r:embed="rId4">
              <a:alphaModFix/>
            </a:blip>
            <a:srcRect b="0" l="0" r="0" t="0"/>
            <a:stretch/>
          </p:blipFill>
          <p:spPr>
            <a:xfrm>
              <a:off x="2214562" y="4840781"/>
              <a:ext cx="3735965" cy="1240596"/>
            </a:xfrm>
            <a:prstGeom prst="rect">
              <a:avLst/>
            </a:prstGeom>
            <a:noFill/>
            <a:ln>
              <a:noFill/>
            </a:ln>
          </p:spPr>
        </p:pic>
        <p:sp>
          <p:nvSpPr>
            <p:cNvPr id="245" name="Google Shape;245;p36"/>
            <p:cNvSpPr/>
            <p:nvPr/>
          </p:nvSpPr>
          <p:spPr>
            <a:xfrm>
              <a:off x="3415147" y="5986876"/>
              <a:ext cx="297872" cy="189002"/>
            </a:xfrm>
            <a:prstGeom prst="rect">
              <a:avLst/>
            </a:prstGeom>
            <a:solidFill>
              <a:schemeClr val="lt1"/>
            </a:solidFill>
            <a:ln cap="flat" cmpd="sng" w="15875">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46" name="Google Shape;246;p36"/>
            <p:cNvSpPr/>
            <p:nvPr/>
          </p:nvSpPr>
          <p:spPr>
            <a:xfrm>
              <a:off x="4384965" y="5977468"/>
              <a:ext cx="297872" cy="189002"/>
            </a:xfrm>
            <a:prstGeom prst="rect">
              <a:avLst/>
            </a:prstGeom>
            <a:solidFill>
              <a:schemeClr val="lt1"/>
            </a:solidFill>
            <a:ln cap="flat" cmpd="sng" w="15875">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7"/>
          <p:cNvSpPr txBox="1"/>
          <p:nvPr>
            <p:ph type="title"/>
          </p:nvPr>
        </p:nvSpPr>
        <p:spPr>
          <a:xfrm>
            <a:off x="822960" y="214952"/>
            <a:ext cx="7543800" cy="1088068"/>
          </a:xfrm>
          <a:prstGeom prst="rect">
            <a:avLst/>
          </a:prstGeom>
          <a:noFill/>
          <a:ln>
            <a:noFill/>
          </a:ln>
        </p:spPr>
        <p:txBody>
          <a:bodyPr anchorCtr="0" anchor="b" bIns="34275" lIns="68575" spcFirstLastPara="1" rIns="68575" wrap="square" tIns="34275">
            <a:normAutofit/>
          </a:bodyPr>
          <a:lstStyle/>
          <a:p>
            <a:pPr indent="0" lvl="0" marL="0" rtl="0" algn="ctr">
              <a:lnSpc>
                <a:spcPct val="85000"/>
              </a:lnSpc>
              <a:spcBef>
                <a:spcPts val="0"/>
              </a:spcBef>
              <a:spcAft>
                <a:spcPts val="0"/>
              </a:spcAft>
              <a:buClr>
                <a:srgbClr val="3F3F3F"/>
              </a:buClr>
              <a:buSzPts val="3600"/>
              <a:buFont typeface="Calibri"/>
              <a:buNone/>
            </a:pPr>
            <a:r>
              <a:rPr lang="en"/>
              <a:t>Number of waiting passengers</a:t>
            </a:r>
            <a:endParaRPr/>
          </a:p>
        </p:txBody>
      </p:sp>
      <p:sp>
        <p:nvSpPr>
          <p:cNvPr id="252" name="Google Shape;252;p37"/>
          <p:cNvSpPr txBox="1"/>
          <p:nvPr>
            <p:ph idx="1" type="body"/>
          </p:nvPr>
        </p:nvSpPr>
        <p:spPr>
          <a:xfrm>
            <a:off x="822960" y="1384301"/>
            <a:ext cx="7543800" cy="645391"/>
          </a:xfrm>
          <a:prstGeom prst="rect">
            <a:avLst/>
          </a:prstGeom>
          <a:noFill/>
          <a:ln>
            <a:noFill/>
          </a:ln>
        </p:spPr>
        <p:txBody>
          <a:bodyPr anchorCtr="0" anchor="t" bIns="34275" lIns="0" spcFirstLastPara="1" rIns="0" wrap="square" tIns="34275">
            <a:normAutofit/>
          </a:bodyPr>
          <a:lstStyle/>
          <a:p>
            <a:pPr indent="-114300" lvl="0" marL="63500" rtl="0" algn="l">
              <a:lnSpc>
                <a:spcPct val="90000"/>
              </a:lnSpc>
              <a:spcBef>
                <a:spcPts val="0"/>
              </a:spcBef>
              <a:spcAft>
                <a:spcPts val="0"/>
              </a:spcAft>
              <a:buSzPts val="1800"/>
              <a:buFont typeface="Courier New"/>
              <a:buChar char="o"/>
            </a:pPr>
            <a:r>
              <a:rPr lang="en"/>
              <a:t>The </a:t>
            </a:r>
            <a:r>
              <a:rPr b="1" lang="en"/>
              <a:t>number of waiting passengers </a:t>
            </a:r>
            <a:r>
              <a:rPr lang="en"/>
              <a:t>at each stop is modelled as a random variable</a:t>
            </a:r>
            <a:r>
              <a:rPr b="1" lang="en"/>
              <a:t> </a:t>
            </a:r>
            <a:r>
              <a:rPr lang="en"/>
              <a:t>drawn from a </a:t>
            </a:r>
            <a:r>
              <a:rPr b="1" lang="en"/>
              <a:t>Poisson distribution.</a:t>
            </a:r>
            <a:endParaRPr/>
          </a:p>
        </p:txBody>
      </p:sp>
      <p:sp>
        <p:nvSpPr>
          <p:cNvPr id="253" name="Google Shape;253;p37"/>
          <p:cNvSpPr txBox="1"/>
          <p:nvPr>
            <p:ph idx="12" type="sldNum"/>
          </p:nvPr>
        </p:nvSpPr>
        <p:spPr>
          <a:xfrm>
            <a:off x="7425344" y="4844839"/>
            <a:ext cx="984019"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pic>
        <p:nvPicPr>
          <p:cNvPr id="254" name="Google Shape;254;p37"/>
          <p:cNvPicPr preferRelativeResize="0"/>
          <p:nvPr/>
        </p:nvPicPr>
        <p:blipFill rotWithShape="1">
          <a:blip r:embed="rId3">
            <a:alphaModFix/>
          </a:blip>
          <a:srcRect b="2052" l="2506" r="5514" t="645"/>
          <a:stretch/>
        </p:blipFill>
        <p:spPr>
          <a:xfrm>
            <a:off x="5880878" y="2117249"/>
            <a:ext cx="3088930" cy="2427372"/>
          </a:xfrm>
          <a:prstGeom prst="rect">
            <a:avLst/>
          </a:prstGeom>
          <a:noFill/>
          <a:ln cap="flat" cmpd="sng" w="9525">
            <a:solidFill>
              <a:schemeClr val="dk1"/>
            </a:solidFill>
            <a:prstDash val="solid"/>
            <a:round/>
            <a:headEnd len="sm" w="sm" type="none"/>
            <a:tailEnd len="sm" w="sm" type="none"/>
          </a:ln>
        </p:spPr>
      </p:pic>
      <p:sp>
        <p:nvSpPr>
          <p:cNvPr id="255" name="Google Shape;255;p37"/>
          <p:cNvSpPr txBox="1"/>
          <p:nvPr/>
        </p:nvSpPr>
        <p:spPr>
          <a:xfrm>
            <a:off x="822960" y="2029691"/>
            <a:ext cx="4705004" cy="1241136"/>
          </a:xfrm>
          <a:prstGeom prst="rect">
            <a:avLst/>
          </a:prstGeom>
          <a:blipFill rotWithShape="1">
            <a:blip r:embed="rId4">
              <a:alphaModFix/>
            </a:blip>
            <a:stretch>
              <a:fillRect b="0" l="-2817" r="-775" t="-5165"/>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sz="1400">
                <a:latin typeface="Calibri"/>
                <a:ea typeface="Calibri"/>
                <a:cs typeface="Calibri"/>
                <a:sym typeface="Calibri"/>
              </a:rPr>
              <a:t> </a:t>
            </a:r>
            <a:endParaRPr sz="1100"/>
          </a:p>
        </p:txBody>
      </p:sp>
      <p:grpSp>
        <p:nvGrpSpPr>
          <p:cNvPr id="256" name="Google Shape;256;p37"/>
          <p:cNvGrpSpPr/>
          <p:nvPr/>
        </p:nvGrpSpPr>
        <p:grpSpPr>
          <a:xfrm>
            <a:off x="1865326" y="2650259"/>
            <a:ext cx="3478501" cy="1972871"/>
            <a:chOff x="2057610" y="3485189"/>
            <a:chExt cx="4638001" cy="2630495"/>
          </a:xfrm>
        </p:grpSpPr>
        <p:pic>
          <p:nvPicPr>
            <p:cNvPr id="257" name="Google Shape;257;p37"/>
            <p:cNvPicPr preferRelativeResize="0"/>
            <p:nvPr/>
          </p:nvPicPr>
          <p:blipFill rotWithShape="1">
            <a:blip r:embed="rId5">
              <a:alphaModFix/>
            </a:blip>
            <a:srcRect b="0" l="0" r="0" t="0"/>
            <a:stretch/>
          </p:blipFill>
          <p:spPr>
            <a:xfrm>
              <a:off x="2057610" y="3485189"/>
              <a:ext cx="4486103" cy="2492279"/>
            </a:xfrm>
            <a:prstGeom prst="rect">
              <a:avLst/>
            </a:prstGeom>
            <a:noFill/>
            <a:ln>
              <a:noFill/>
            </a:ln>
          </p:spPr>
        </p:pic>
        <p:pic>
          <p:nvPicPr>
            <p:cNvPr id="258" name="Google Shape;258;p37"/>
            <p:cNvPicPr preferRelativeResize="0"/>
            <p:nvPr/>
          </p:nvPicPr>
          <p:blipFill rotWithShape="1">
            <a:blip r:embed="rId6">
              <a:alphaModFix/>
            </a:blip>
            <a:srcRect b="0" l="0" r="0" t="0"/>
            <a:stretch/>
          </p:blipFill>
          <p:spPr>
            <a:xfrm>
              <a:off x="2076083" y="5941169"/>
              <a:ext cx="4619528" cy="174515"/>
            </a:xfrm>
            <a:prstGeom prst="rect">
              <a:avLst/>
            </a:prstGeom>
            <a:noFill/>
            <a:ln>
              <a:noFill/>
            </a:ln>
          </p:spPr>
        </p:pic>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pic>
        <p:nvPicPr>
          <p:cNvPr id="263" name="Google Shape;263;p38"/>
          <p:cNvPicPr preferRelativeResize="0"/>
          <p:nvPr/>
        </p:nvPicPr>
        <p:blipFill rotWithShape="1">
          <a:blip r:embed="rId3">
            <a:alphaModFix/>
          </a:blip>
          <a:srcRect b="0" l="0" r="0" t="0"/>
          <a:stretch/>
        </p:blipFill>
        <p:spPr>
          <a:xfrm>
            <a:off x="822960" y="1991145"/>
            <a:ext cx="5078399" cy="2388313"/>
          </a:xfrm>
          <a:prstGeom prst="rect">
            <a:avLst/>
          </a:prstGeom>
          <a:noFill/>
          <a:ln>
            <a:noFill/>
          </a:ln>
        </p:spPr>
      </p:pic>
      <p:pic>
        <p:nvPicPr>
          <p:cNvPr descr="Probability mass function for the binomial distribution" id="264" name="Google Shape;264;p38"/>
          <p:cNvPicPr preferRelativeResize="0"/>
          <p:nvPr/>
        </p:nvPicPr>
        <p:blipFill rotWithShape="1">
          <a:blip r:embed="rId4">
            <a:alphaModFix/>
          </a:blip>
          <a:srcRect b="0" l="0" r="0" t="0"/>
          <a:stretch/>
        </p:blipFill>
        <p:spPr>
          <a:xfrm>
            <a:off x="5411522" y="2107101"/>
            <a:ext cx="3579706" cy="2388313"/>
          </a:xfrm>
          <a:prstGeom prst="rect">
            <a:avLst/>
          </a:prstGeom>
          <a:noFill/>
          <a:ln>
            <a:noFill/>
          </a:ln>
        </p:spPr>
      </p:pic>
      <p:sp>
        <p:nvSpPr>
          <p:cNvPr id="265" name="Google Shape;265;p38"/>
          <p:cNvSpPr txBox="1"/>
          <p:nvPr>
            <p:ph type="title"/>
          </p:nvPr>
        </p:nvSpPr>
        <p:spPr>
          <a:xfrm>
            <a:off x="822960" y="214952"/>
            <a:ext cx="7543800" cy="1088068"/>
          </a:xfrm>
          <a:prstGeom prst="rect">
            <a:avLst/>
          </a:prstGeom>
          <a:noFill/>
          <a:ln>
            <a:noFill/>
          </a:ln>
        </p:spPr>
        <p:txBody>
          <a:bodyPr anchorCtr="0" anchor="b" bIns="34275" lIns="68575" spcFirstLastPara="1" rIns="68575" wrap="square" tIns="34275">
            <a:normAutofit/>
          </a:bodyPr>
          <a:lstStyle/>
          <a:p>
            <a:pPr indent="0" lvl="0" marL="0" rtl="0" algn="ctr">
              <a:lnSpc>
                <a:spcPct val="85000"/>
              </a:lnSpc>
              <a:spcBef>
                <a:spcPts val="0"/>
              </a:spcBef>
              <a:spcAft>
                <a:spcPts val="0"/>
              </a:spcAft>
              <a:buClr>
                <a:srgbClr val="3F3F3F"/>
              </a:buClr>
              <a:buSzPts val="3600"/>
              <a:buFont typeface="Calibri"/>
              <a:buNone/>
            </a:pPr>
            <a:r>
              <a:rPr lang="en"/>
              <a:t>Number of passengers getting off</a:t>
            </a:r>
            <a:endParaRPr/>
          </a:p>
        </p:txBody>
      </p:sp>
      <p:sp>
        <p:nvSpPr>
          <p:cNvPr id="266" name="Google Shape;266;p38"/>
          <p:cNvSpPr txBox="1"/>
          <p:nvPr>
            <p:ph idx="1" type="body"/>
          </p:nvPr>
        </p:nvSpPr>
        <p:spPr>
          <a:xfrm>
            <a:off x="822960" y="1384301"/>
            <a:ext cx="7543800" cy="3017520"/>
          </a:xfrm>
          <a:prstGeom prst="rect">
            <a:avLst/>
          </a:prstGeom>
          <a:noFill/>
          <a:ln>
            <a:noFill/>
          </a:ln>
        </p:spPr>
        <p:txBody>
          <a:bodyPr anchorCtr="0" anchor="t" bIns="34275" lIns="0" spcFirstLastPara="1" rIns="0" wrap="square" tIns="34275">
            <a:normAutofit/>
          </a:bodyPr>
          <a:lstStyle/>
          <a:p>
            <a:pPr indent="-114300" lvl="0" marL="63500" rtl="0" algn="l">
              <a:lnSpc>
                <a:spcPct val="90000"/>
              </a:lnSpc>
              <a:spcBef>
                <a:spcPts val="0"/>
              </a:spcBef>
              <a:spcAft>
                <a:spcPts val="0"/>
              </a:spcAft>
              <a:buSzPts val="1800"/>
              <a:buFont typeface="Courier New"/>
              <a:buChar char="o"/>
            </a:pPr>
            <a:r>
              <a:rPr lang="en"/>
              <a:t>The </a:t>
            </a:r>
            <a:r>
              <a:rPr b="1" lang="en"/>
              <a:t>number of passengers getting off </a:t>
            </a:r>
            <a:r>
              <a:rPr lang="en"/>
              <a:t>at each stop is modelled as a random variable</a:t>
            </a:r>
            <a:r>
              <a:rPr b="1" lang="en"/>
              <a:t> </a:t>
            </a:r>
            <a:r>
              <a:rPr lang="en"/>
              <a:t>drawn from a </a:t>
            </a:r>
            <a:r>
              <a:rPr b="1" lang="en"/>
              <a:t>Binomial distribution</a:t>
            </a:r>
            <a:r>
              <a:rPr lang="en"/>
              <a:t>.</a:t>
            </a:r>
            <a:endParaRPr/>
          </a:p>
          <a:p>
            <a:pPr indent="0" lvl="0" marL="63500" rtl="0" algn="l">
              <a:lnSpc>
                <a:spcPct val="90000"/>
              </a:lnSpc>
              <a:spcBef>
                <a:spcPts val="1100"/>
              </a:spcBef>
              <a:spcAft>
                <a:spcPts val="0"/>
              </a:spcAft>
              <a:buSzPts val="1800"/>
              <a:buFont typeface="Courier New"/>
              <a:buNone/>
            </a:pPr>
            <a:r>
              <a:t/>
            </a:r>
            <a:endParaRPr/>
          </a:p>
        </p:txBody>
      </p:sp>
      <p:sp>
        <p:nvSpPr>
          <p:cNvPr id="267" name="Google Shape;267;p38"/>
          <p:cNvSpPr txBox="1"/>
          <p:nvPr>
            <p:ph idx="12" type="sldNum"/>
          </p:nvPr>
        </p:nvSpPr>
        <p:spPr>
          <a:xfrm>
            <a:off x="7425344" y="4844839"/>
            <a:ext cx="984019"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pic>
        <p:nvPicPr>
          <p:cNvPr id="268" name="Google Shape;268;p38"/>
          <p:cNvPicPr preferRelativeResize="0"/>
          <p:nvPr/>
        </p:nvPicPr>
        <p:blipFill rotWithShape="1">
          <a:blip r:embed="rId5">
            <a:alphaModFix/>
          </a:blip>
          <a:srcRect b="0" l="0" r="0" t="0"/>
          <a:stretch/>
        </p:blipFill>
        <p:spPr>
          <a:xfrm>
            <a:off x="822960" y="4364991"/>
            <a:ext cx="3873279" cy="2063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9"/>
          <p:cNvSpPr txBox="1"/>
          <p:nvPr>
            <p:ph type="title"/>
          </p:nvPr>
        </p:nvSpPr>
        <p:spPr>
          <a:xfrm>
            <a:off x="822960" y="214952"/>
            <a:ext cx="7543800" cy="1088068"/>
          </a:xfrm>
          <a:prstGeom prst="rect">
            <a:avLst/>
          </a:prstGeom>
          <a:noFill/>
          <a:ln>
            <a:noFill/>
          </a:ln>
        </p:spPr>
        <p:txBody>
          <a:bodyPr anchorCtr="0" anchor="b" bIns="34275" lIns="68575" spcFirstLastPara="1" rIns="68575" wrap="square" tIns="34275">
            <a:normAutofit/>
          </a:bodyPr>
          <a:lstStyle/>
          <a:p>
            <a:pPr indent="0" lvl="0" marL="0" rtl="0" algn="ctr">
              <a:lnSpc>
                <a:spcPct val="85000"/>
              </a:lnSpc>
              <a:spcBef>
                <a:spcPts val="0"/>
              </a:spcBef>
              <a:spcAft>
                <a:spcPts val="0"/>
              </a:spcAft>
              <a:buClr>
                <a:srgbClr val="3F3F3F"/>
              </a:buClr>
              <a:buSzPts val="3600"/>
              <a:buFont typeface="Calibri"/>
              <a:buNone/>
            </a:pPr>
            <a:r>
              <a:rPr lang="en"/>
              <a:t>SimPy</a:t>
            </a:r>
            <a:endParaRPr/>
          </a:p>
        </p:txBody>
      </p:sp>
      <p:sp>
        <p:nvSpPr>
          <p:cNvPr id="274" name="Google Shape;274;p39"/>
          <p:cNvSpPr txBox="1"/>
          <p:nvPr>
            <p:ph idx="1" type="body"/>
          </p:nvPr>
        </p:nvSpPr>
        <p:spPr>
          <a:xfrm>
            <a:off x="822960" y="1384301"/>
            <a:ext cx="7543800" cy="3017520"/>
          </a:xfrm>
          <a:prstGeom prst="rect">
            <a:avLst/>
          </a:prstGeom>
          <a:noFill/>
          <a:ln>
            <a:noFill/>
          </a:ln>
        </p:spPr>
        <p:txBody>
          <a:bodyPr anchorCtr="0" anchor="t" bIns="34275" lIns="0" spcFirstLastPara="1" rIns="0" wrap="square" tIns="34275">
            <a:normAutofit/>
          </a:bodyPr>
          <a:lstStyle/>
          <a:p>
            <a:pPr indent="-133350" lvl="0" marL="63500" rtl="0" algn="l">
              <a:lnSpc>
                <a:spcPct val="90000"/>
              </a:lnSpc>
              <a:spcBef>
                <a:spcPts val="0"/>
              </a:spcBef>
              <a:spcAft>
                <a:spcPts val="0"/>
              </a:spcAft>
              <a:buSzPts val="2100"/>
              <a:buFont typeface="Courier New"/>
              <a:buChar char="o"/>
            </a:pPr>
            <a:r>
              <a:rPr lang="en" sz="2100"/>
              <a:t>SimPy is a discrete-event simulation framework.</a:t>
            </a:r>
            <a:endParaRPr/>
          </a:p>
          <a:p>
            <a:pPr indent="-133350" lvl="0" marL="63500" rtl="0" algn="l">
              <a:lnSpc>
                <a:spcPct val="90000"/>
              </a:lnSpc>
              <a:spcBef>
                <a:spcPts val="1100"/>
              </a:spcBef>
              <a:spcAft>
                <a:spcPts val="0"/>
              </a:spcAft>
              <a:buSzPts val="2100"/>
              <a:buFont typeface="Courier New"/>
              <a:buChar char="o"/>
            </a:pPr>
            <a:r>
              <a:rPr lang="en" sz="2100"/>
              <a:t>Each event represents a specific </a:t>
            </a:r>
            <a:r>
              <a:rPr b="1" lang="en" sz="2100"/>
              <a:t>action</a:t>
            </a:r>
            <a:r>
              <a:rPr lang="en" sz="2100"/>
              <a:t> (e.g., bus arrival, passenger boarding, bus departure after dwell time).</a:t>
            </a:r>
            <a:endParaRPr/>
          </a:p>
          <a:p>
            <a:pPr indent="-133350" lvl="0" marL="63500" rtl="0" algn="l">
              <a:lnSpc>
                <a:spcPct val="90000"/>
              </a:lnSpc>
              <a:spcBef>
                <a:spcPts val="1100"/>
              </a:spcBef>
              <a:spcAft>
                <a:spcPts val="0"/>
              </a:spcAft>
              <a:buSzPts val="2100"/>
              <a:buFont typeface="Courier New"/>
              <a:buChar char="o"/>
            </a:pPr>
            <a:r>
              <a:rPr lang="en" sz="2100"/>
              <a:t>Events </a:t>
            </a:r>
            <a:r>
              <a:rPr b="1" lang="en" sz="2100"/>
              <a:t>are processed </a:t>
            </a:r>
            <a:r>
              <a:rPr lang="en" sz="2100"/>
              <a:t>in chronological order according to their scheduled time, and </a:t>
            </a:r>
            <a:r>
              <a:rPr b="1" lang="en" sz="2100"/>
              <a:t>only when they occur</a:t>
            </a:r>
            <a:r>
              <a:rPr lang="en" sz="2100"/>
              <a:t>.</a:t>
            </a:r>
            <a:endParaRPr/>
          </a:p>
        </p:txBody>
      </p:sp>
      <p:sp>
        <p:nvSpPr>
          <p:cNvPr id="275" name="Google Shape;275;p39"/>
          <p:cNvSpPr txBox="1"/>
          <p:nvPr>
            <p:ph idx="12" type="sldNum"/>
          </p:nvPr>
        </p:nvSpPr>
        <p:spPr>
          <a:xfrm>
            <a:off x="7425344" y="4844839"/>
            <a:ext cx="984019"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0"/>
          <p:cNvSpPr txBox="1"/>
          <p:nvPr>
            <p:ph type="title"/>
          </p:nvPr>
        </p:nvSpPr>
        <p:spPr>
          <a:xfrm>
            <a:off x="822960" y="214952"/>
            <a:ext cx="7543800" cy="1088068"/>
          </a:xfrm>
          <a:prstGeom prst="rect">
            <a:avLst/>
          </a:prstGeom>
          <a:noFill/>
          <a:ln>
            <a:noFill/>
          </a:ln>
        </p:spPr>
        <p:txBody>
          <a:bodyPr anchorCtr="0" anchor="b" bIns="34275" lIns="68575" spcFirstLastPara="1" rIns="68575" wrap="square" tIns="34275">
            <a:normAutofit/>
          </a:bodyPr>
          <a:lstStyle/>
          <a:p>
            <a:pPr indent="0" lvl="0" marL="0" rtl="0" algn="ctr">
              <a:lnSpc>
                <a:spcPct val="85000"/>
              </a:lnSpc>
              <a:spcBef>
                <a:spcPts val="0"/>
              </a:spcBef>
              <a:spcAft>
                <a:spcPts val="0"/>
              </a:spcAft>
              <a:buClr>
                <a:srgbClr val="3F3F3F"/>
              </a:buClr>
              <a:buSzPts val="3600"/>
              <a:buFont typeface="Calibri"/>
              <a:buNone/>
            </a:pPr>
            <a:r>
              <a:rPr lang="en"/>
              <a:t>A typical SimPy structure</a:t>
            </a:r>
            <a:endParaRPr/>
          </a:p>
        </p:txBody>
      </p:sp>
      <p:graphicFrame>
        <p:nvGraphicFramePr>
          <p:cNvPr id="281" name="Google Shape;281;p40"/>
          <p:cNvGraphicFramePr/>
          <p:nvPr/>
        </p:nvGraphicFramePr>
        <p:xfrm>
          <a:off x="585216" y="1384697"/>
          <a:ext cx="3000000" cy="3000000"/>
        </p:xfrm>
        <a:graphic>
          <a:graphicData uri="http://schemas.openxmlformats.org/drawingml/2006/table">
            <a:tbl>
              <a:tblPr bandRow="1" firstRow="1">
                <a:noFill/>
                <a:tableStyleId>{21C85C0E-C63D-476A-A354-5F3C8C9B5E04}</a:tableStyleId>
              </a:tblPr>
              <a:tblGrid>
                <a:gridCol w="2322575"/>
                <a:gridCol w="5458725"/>
              </a:tblGrid>
              <a:tr h="278125">
                <a:tc>
                  <a:txBody>
                    <a:bodyPr/>
                    <a:lstStyle/>
                    <a:p>
                      <a:pPr indent="0" lvl="0" marL="0" marR="0" rtl="0" algn="l">
                        <a:spcBef>
                          <a:spcPts val="0"/>
                        </a:spcBef>
                        <a:spcAft>
                          <a:spcPts val="0"/>
                        </a:spcAft>
                        <a:buNone/>
                      </a:pPr>
                      <a:r>
                        <a:rPr lang="en" sz="1400" u="none" cap="none" strike="noStrike"/>
                        <a:t>Steps</a:t>
                      </a:r>
                      <a:endParaRPr sz="1100"/>
                    </a:p>
                  </a:txBody>
                  <a:tcPr marT="34300" marB="34300" marR="68600" marL="68600"/>
                </a:tc>
                <a:tc>
                  <a:txBody>
                    <a:bodyPr/>
                    <a:lstStyle/>
                    <a:p>
                      <a:pPr indent="0" lvl="0" marL="0" marR="0" rtl="0" algn="l">
                        <a:spcBef>
                          <a:spcPts val="0"/>
                        </a:spcBef>
                        <a:spcAft>
                          <a:spcPts val="0"/>
                        </a:spcAft>
                        <a:buNone/>
                      </a:pPr>
                      <a:r>
                        <a:rPr lang="en" sz="1400"/>
                        <a:t>Python code</a:t>
                      </a:r>
                      <a:endParaRPr sz="1100"/>
                    </a:p>
                  </a:txBody>
                  <a:tcPr marT="34300" marB="34300" marR="68600" marL="68600"/>
                </a:tc>
              </a:tr>
              <a:tr h="278125">
                <a:tc>
                  <a:txBody>
                    <a:bodyPr/>
                    <a:lstStyle/>
                    <a:p>
                      <a:pPr indent="0" lvl="0" marL="0" marR="0" rtl="0" algn="l">
                        <a:lnSpc>
                          <a:spcPct val="100000"/>
                        </a:lnSpc>
                        <a:spcBef>
                          <a:spcPts val="0"/>
                        </a:spcBef>
                        <a:spcAft>
                          <a:spcPts val="0"/>
                        </a:spcAft>
                        <a:buClr>
                          <a:schemeClr val="dk1"/>
                        </a:buClr>
                        <a:buSzPts val="1400"/>
                        <a:buFont typeface="Calibri"/>
                        <a:buNone/>
                      </a:pPr>
                      <a:r>
                        <a:rPr lang="en" sz="1400"/>
                        <a:t>1. Create a SimPy environment</a:t>
                      </a:r>
                      <a:endParaRPr sz="1100"/>
                    </a:p>
                  </a:txBody>
                  <a:tcPr marT="34300" marB="34300" marR="68600" marL="68600"/>
                </a:tc>
                <a:tc>
                  <a:txBody>
                    <a:bodyPr/>
                    <a:lstStyle/>
                    <a:p>
                      <a:pPr indent="0" lvl="0" marL="0" marR="0" rtl="0" algn="l">
                        <a:lnSpc>
                          <a:spcPct val="100000"/>
                        </a:lnSpc>
                        <a:spcBef>
                          <a:spcPts val="0"/>
                        </a:spcBef>
                        <a:spcAft>
                          <a:spcPts val="0"/>
                        </a:spcAft>
                        <a:buClr>
                          <a:schemeClr val="dk1"/>
                        </a:buClr>
                        <a:buSzPts val="1400"/>
                        <a:buFont typeface="Calibri"/>
                        <a:buNone/>
                      </a:pPr>
                      <a:r>
                        <a:rPr b="0" lang="en" sz="1400">
                          <a:solidFill>
                            <a:schemeClr val="dk1"/>
                          </a:solidFill>
                          <a:latin typeface="Calibri"/>
                          <a:ea typeface="Calibri"/>
                          <a:cs typeface="Calibri"/>
                          <a:sym typeface="Calibri"/>
                        </a:rPr>
                        <a:t>env = simpy.Environment()</a:t>
                      </a:r>
                      <a:endParaRPr sz="1100"/>
                    </a:p>
                  </a:txBody>
                  <a:tcPr marT="34300" marB="34300" marR="68600" marL="68600"/>
                </a:tc>
              </a:tr>
              <a:tr h="171450">
                <a:tc>
                  <a:txBody>
                    <a:bodyPr/>
                    <a:lstStyle/>
                    <a:p>
                      <a:pPr indent="0" lvl="0" marL="0" marR="0" rtl="0" algn="l">
                        <a:lnSpc>
                          <a:spcPct val="100000"/>
                        </a:lnSpc>
                        <a:spcBef>
                          <a:spcPts val="0"/>
                        </a:spcBef>
                        <a:spcAft>
                          <a:spcPts val="0"/>
                        </a:spcAft>
                        <a:buClr>
                          <a:schemeClr val="dk1"/>
                        </a:buClr>
                        <a:buSzPts val="1400"/>
                        <a:buFont typeface="Calibri"/>
                        <a:buNone/>
                      </a:pPr>
                      <a:r>
                        <a:rPr lang="en" sz="1400"/>
                        <a:t>2. Define a </a:t>
                      </a:r>
                      <a:r>
                        <a:rPr b="1" lang="en" sz="1400"/>
                        <a:t>generator function</a:t>
                      </a:r>
                      <a:endParaRPr sz="1100"/>
                    </a:p>
                  </a:txBody>
                  <a:tcPr marT="34300" marB="34300" marR="68600" marL="68600"/>
                </a:tc>
                <a:tc>
                  <a:txBody>
                    <a:bodyPr/>
                    <a:lstStyle/>
                    <a:p>
                      <a:pPr indent="0" lvl="0" marL="0" marR="0" rtl="0" algn="l">
                        <a:lnSpc>
                          <a:spcPct val="100000"/>
                        </a:lnSpc>
                        <a:spcBef>
                          <a:spcPts val="0"/>
                        </a:spcBef>
                        <a:spcAft>
                          <a:spcPts val="0"/>
                        </a:spcAft>
                        <a:buClr>
                          <a:schemeClr val="dk1"/>
                        </a:buClr>
                        <a:buSzPts val="1400"/>
                        <a:buFont typeface="Calibri"/>
                        <a:buNone/>
                      </a:pPr>
                      <a:r>
                        <a:rPr b="0" lang="en" sz="1400">
                          <a:solidFill>
                            <a:schemeClr val="dk1"/>
                          </a:solidFill>
                          <a:latin typeface="Calibri"/>
                          <a:ea typeface="Calibri"/>
                          <a:cs typeface="Calibri"/>
                          <a:sym typeface="Calibri"/>
                        </a:rPr>
                        <a:t>def </a:t>
                      </a:r>
                      <a:r>
                        <a:rPr b="1" lang="en" sz="1400">
                          <a:solidFill>
                            <a:schemeClr val="dk1"/>
                          </a:solidFill>
                          <a:latin typeface="Calibri"/>
                          <a:ea typeface="Calibri"/>
                          <a:cs typeface="Calibri"/>
                          <a:sym typeface="Calibri"/>
                        </a:rPr>
                        <a:t>bus_trip</a:t>
                      </a:r>
                      <a:r>
                        <a:rPr b="0" lang="en" sz="1400">
                          <a:solidFill>
                            <a:schemeClr val="dk1"/>
                          </a:solidFill>
                          <a:latin typeface="Calibri"/>
                          <a:ea typeface="Calibri"/>
                          <a:cs typeface="Calibri"/>
                          <a:sym typeface="Calibri"/>
                        </a:rPr>
                        <a:t>(env</a:t>
                      </a:r>
                      <a:r>
                        <a:rPr b="0" lang="en" sz="1400">
                          <a:solidFill>
                            <a:srgbClr val="A5A5A5"/>
                          </a:solidFill>
                          <a:latin typeface="Calibri"/>
                          <a:ea typeface="Calibri"/>
                          <a:cs typeface="Calibri"/>
                          <a:sym typeface="Calibri"/>
                        </a:rPr>
                        <a:t>, run_number, bus_id, route_config, passenger_data</a:t>
                      </a:r>
                      <a:r>
                        <a:rPr b="0" lang="en" sz="1400">
                          <a:solidFill>
                            <a:schemeClr val="dk1"/>
                          </a:solidFill>
                          <a:latin typeface="Calibri"/>
                          <a:ea typeface="Calibri"/>
                          <a:cs typeface="Calibri"/>
                          <a:sym typeface="Calibri"/>
                        </a:rPr>
                        <a:t>)</a:t>
                      </a:r>
                      <a:r>
                        <a:rPr b="0" i="0" lang="en" sz="1400">
                          <a:solidFill>
                            <a:schemeClr val="dk1"/>
                          </a:solidFill>
                          <a:latin typeface="Calibri"/>
                          <a:ea typeface="Calibri"/>
                          <a:cs typeface="Calibri"/>
                          <a:sym typeface="Calibri"/>
                        </a:rPr>
                        <a:t>       </a:t>
                      </a:r>
                      <a:endParaRPr sz="1100"/>
                    </a:p>
                    <a:p>
                      <a:pPr indent="0" lvl="0" marL="0" marR="0" rtl="0" algn="l">
                        <a:lnSpc>
                          <a:spcPct val="100000"/>
                        </a:lnSpc>
                        <a:spcBef>
                          <a:spcPts val="0"/>
                        </a:spcBef>
                        <a:spcAft>
                          <a:spcPts val="0"/>
                        </a:spcAft>
                        <a:buClr>
                          <a:schemeClr val="dk1"/>
                        </a:buClr>
                        <a:buSzPts val="1400"/>
                        <a:buFont typeface="Calibri"/>
                        <a:buNone/>
                      </a:pPr>
                      <a:r>
                        <a:rPr b="0" i="0" lang="en" sz="1400">
                          <a:solidFill>
                            <a:schemeClr val="dk1"/>
                          </a:solidFill>
                          <a:latin typeface="Calibri"/>
                          <a:ea typeface="Calibri"/>
                          <a:cs typeface="Calibri"/>
                          <a:sym typeface="Calibri"/>
                        </a:rPr>
                        <a:t>        yield env.timeout(travel_time)</a:t>
                      </a:r>
                      <a:endParaRPr sz="1100"/>
                    </a:p>
                    <a:p>
                      <a:pPr indent="0" lvl="0" marL="0" marR="0" rtl="0" algn="l">
                        <a:lnSpc>
                          <a:spcPct val="100000"/>
                        </a:lnSpc>
                        <a:spcBef>
                          <a:spcPts val="0"/>
                        </a:spcBef>
                        <a:spcAft>
                          <a:spcPts val="0"/>
                        </a:spcAft>
                        <a:buClr>
                          <a:schemeClr val="dk1"/>
                        </a:buClr>
                        <a:buSzPts val="1400"/>
                        <a:buFont typeface="Calibri"/>
                        <a:buNone/>
                      </a:pPr>
                      <a:r>
                        <a:rPr b="0" i="0" lang="en" sz="1400">
                          <a:solidFill>
                            <a:schemeClr val="dk1"/>
                          </a:solidFill>
                          <a:latin typeface="Calibri"/>
                          <a:ea typeface="Calibri"/>
                          <a:cs typeface="Calibri"/>
                          <a:sym typeface="Calibri"/>
                        </a:rPr>
                        <a:t>To </a:t>
                      </a:r>
                      <a:r>
                        <a:rPr b="0" i="0" lang="en" sz="1400">
                          <a:solidFill>
                            <a:srgbClr val="FF0000"/>
                          </a:solidFill>
                          <a:latin typeface="Calibri"/>
                          <a:ea typeface="Calibri"/>
                          <a:cs typeface="Calibri"/>
                          <a:sym typeface="Calibri"/>
                        </a:rPr>
                        <a:t>pause</a:t>
                      </a:r>
                      <a:r>
                        <a:rPr b="0" i="0" lang="en" sz="1400">
                          <a:solidFill>
                            <a:schemeClr val="dk1"/>
                          </a:solidFill>
                          <a:latin typeface="Calibri"/>
                          <a:ea typeface="Calibri"/>
                          <a:cs typeface="Calibri"/>
                          <a:sym typeface="Calibri"/>
                        </a:rPr>
                        <a:t> the process for a specified duration, allowing simulated time to advance.</a:t>
                      </a:r>
                      <a:endParaRPr b="0" sz="1400">
                        <a:solidFill>
                          <a:schemeClr val="dk1"/>
                        </a:solidFill>
                        <a:latin typeface="Calibri"/>
                        <a:ea typeface="Calibri"/>
                        <a:cs typeface="Calibri"/>
                        <a:sym typeface="Calibri"/>
                      </a:endParaRPr>
                    </a:p>
                  </a:txBody>
                  <a:tcPr marT="34300" marB="34300" marR="68600" marL="68600"/>
                </a:tc>
              </a:tr>
              <a:tr h="171450">
                <a:tc>
                  <a:txBody>
                    <a:bodyPr/>
                    <a:lstStyle/>
                    <a:p>
                      <a:pPr indent="0" lvl="0" marL="0" marR="0" rtl="0" algn="l">
                        <a:lnSpc>
                          <a:spcPct val="100000"/>
                        </a:lnSpc>
                        <a:spcBef>
                          <a:spcPts val="0"/>
                        </a:spcBef>
                        <a:spcAft>
                          <a:spcPts val="0"/>
                        </a:spcAft>
                        <a:buClr>
                          <a:schemeClr val="dk1"/>
                        </a:buClr>
                        <a:buSzPts val="1400"/>
                        <a:buFont typeface="Calibri"/>
                        <a:buNone/>
                      </a:pPr>
                      <a:r>
                        <a:rPr lang="en" sz="1400"/>
                        <a:t>3. Add the </a:t>
                      </a:r>
                      <a:r>
                        <a:rPr lang="en" sz="1400">
                          <a:solidFill>
                            <a:schemeClr val="dk1"/>
                          </a:solidFill>
                        </a:rPr>
                        <a:t>generator function </a:t>
                      </a:r>
                      <a:r>
                        <a:rPr lang="en" sz="1400"/>
                        <a:t>to a SimPy environment</a:t>
                      </a:r>
                      <a:endParaRPr sz="1100"/>
                    </a:p>
                  </a:txBody>
                  <a:tcPr marT="34300" marB="34300" marR="68600" marL="68600"/>
                </a:tc>
                <a:tc>
                  <a:txBody>
                    <a:bodyPr/>
                    <a:lstStyle/>
                    <a:p>
                      <a:pPr indent="0" lvl="0" marL="0" marR="0" rtl="0" algn="l">
                        <a:lnSpc>
                          <a:spcPct val="100000"/>
                        </a:lnSpc>
                        <a:spcBef>
                          <a:spcPts val="0"/>
                        </a:spcBef>
                        <a:spcAft>
                          <a:spcPts val="0"/>
                        </a:spcAft>
                        <a:buClr>
                          <a:schemeClr val="dk1"/>
                        </a:buClr>
                        <a:buSzPts val="1400"/>
                        <a:buFont typeface="Calibri"/>
                        <a:buNone/>
                      </a:pPr>
                      <a:r>
                        <a:rPr b="0" lang="en" sz="1400">
                          <a:solidFill>
                            <a:schemeClr val="dk1"/>
                          </a:solidFill>
                          <a:latin typeface="Calibri"/>
                          <a:ea typeface="Calibri"/>
                          <a:cs typeface="Calibri"/>
                          <a:sym typeface="Calibri"/>
                        </a:rPr>
                        <a:t>env.process(</a:t>
                      </a:r>
                      <a:r>
                        <a:rPr b="1" lang="en" sz="1400">
                          <a:solidFill>
                            <a:schemeClr val="dk1"/>
                          </a:solidFill>
                          <a:latin typeface="Calibri"/>
                          <a:ea typeface="Calibri"/>
                          <a:cs typeface="Calibri"/>
                          <a:sym typeface="Calibri"/>
                        </a:rPr>
                        <a:t>bus_trip</a:t>
                      </a:r>
                      <a:r>
                        <a:rPr b="0" lang="en" sz="1400">
                          <a:solidFill>
                            <a:schemeClr val="dk1"/>
                          </a:solidFill>
                          <a:latin typeface="Calibri"/>
                          <a:ea typeface="Calibri"/>
                          <a:cs typeface="Calibri"/>
                          <a:sym typeface="Calibri"/>
                        </a:rPr>
                        <a:t>(env</a:t>
                      </a:r>
                      <a:r>
                        <a:rPr b="0" lang="en" sz="1400">
                          <a:solidFill>
                            <a:srgbClr val="A5A5A5"/>
                          </a:solidFill>
                          <a:latin typeface="Calibri"/>
                          <a:ea typeface="Calibri"/>
                          <a:cs typeface="Calibri"/>
                          <a:sym typeface="Calibri"/>
                        </a:rPr>
                        <a:t>, run_number</a:t>
                      </a:r>
                      <a:r>
                        <a:rPr b="0" lang="en" sz="1400">
                          <a:solidFill>
                            <a:schemeClr val="dk1"/>
                          </a:solidFill>
                          <a:latin typeface="Calibri"/>
                          <a:ea typeface="Calibri"/>
                          <a:cs typeface="Calibri"/>
                          <a:sym typeface="Calibri"/>
                        </a:rPr>
                        <a:t>))</a:t>
                      </a:r>
                      <a:endParaRPr sz="1100"/>
                    </a:p>
                  </a:txBody>
                  <a:tcPr marT="34300" marB="34300" marR="68600" marL="68600"/>
                </a:tc>
              </a:tr>
              <a:tr h="278125">
                <a:tc>
                  <a:txBody>
                    <a:bodyPr/>
                    <a:lstStyle/>
                    <a:p>
                      <a:pPr indent="0" lvl="0" marL="0" marR="0" rtl="0" algn="l">
                        <a:spcBef>
                          <a:spcPts val="0"/>
                        </a:spcBef>
                        <a:spcAft>
                          <a:spcPts val="0"/>
                        </a:spcAft>
                        <a:buNone/>
                      </a:pPr>
                      <a:r>
                        <a:rPr lang="en" sz="1400"/>
                        <a:t>4. Run the simulation and let time pass</a:t>
                      </a:r>
                      <a:endParaRPr sz="1100"/>
                    </a:p>
                  </a:txBody>
                  <a:tcPr marT="34300" marB="34300" marR="68600" marL="68600"/>
                </a:tc>
                <a:tc>
                  <a:txBody>
                    <a:bodyPr/>
                    <a:lstStyle/>
                    <a:p>
                      <a:pPr indent="0" lvl="0" marL="0" marR="0" rtl="0" algn="l">
                        <a:lnSpc>
                          <a:spcPct val="100000"/>
                        </a:lnSpc>
                        <a:spcBef>
                          <a:spcPts val="0"/>
                        </a:spcBef>
                        <a:spcAft>
                          <a:spcPts val="0"/>
                        </a:spcAft>
                        <a:buClr>
                          <a:schemeClr val="dk1"/>
                        </a:buClr>
                        <a:buSzPts val="1400"/>
                        <a:buFont typeface="Calibri"/>
                        <a:buNone/>
                      </a:pPr>
                      <a:r>
                        <a:rPr b="0" lang="en" sz="1400">
                          <a:solidFill>
                            <a:schemeClr val="dk1"/>
                          </a:solidFill>
                          <a:latin typeface="Calibri"/>
                          <a:ea typeface="Calibri"/>
                          <a:cs typeface="Calibri"/>
                          <a:sym typeface="Calibri"/>
                        </a:rPr>
                        <a:t>env.run()</a:t>
                      </a:r>
                      <a:endParaRPr sz="1100"/>
                    </a:p>
                    <a:p>
                      <a:pPr indent="0" lvl="0" marL="0" marR="0" rtl="0" algn="l">
                        <a:lnSpc>
                          <a:spcPct val="100000"/>
                        </a:lnSpc>
                        <a:spcBef>
                          <a:spcPts val="0"/>
                        </a:spcBef>
                        <a:spcAft>
                          <a:spcPts val="0"/>
                        </a:spcAft>
                        <a:buClr>
                          <a:schemeClr val="dk1"/>
                        </a:buClr>
                        <a:buSzPts val="1400"/>
                        <a:buFont typeface="Calibri"/>
                        <a:buNone/>
                      </a:pPr>
                      <a:r>
                        <a:rPr b="0" i="0" lang="en" sz="1400">
                          <a:solidFill>
                            <a:schemeClr val="dk1"/>
                          </a:solidFill>
                          <a:latin typeface="Calibri"/>
                          <a:ea typeface="Calibri"/>
                          <a:cs typeface="Calibri"/>
                          <a:sym typeface="Calibri"/>
                        </a:rPr>
                        <a:t>To execute the simulation by processing all scheduled events until completion</a:t>
                      </a:r>
                      <a:endParaRPr b="0" sz="1400">
                        <a:solidFill>
                          <a:schemeClr val="dk1"/>
                        </a:solidFill>
                        <a:latin typeface="Calibri"/>
                        <a:ea typeface="Calibri"/>
                        <a:cs typeface="Calibri"/>
                        <a:sym typeface="Calibri"/>
                      </a:endParaRPr>
                    </a:p>
                  </a:txBody>
                  <a:tcPr marT="34300" marB="34300" marR="68600" marL="68600"/>
                </a:tc>
              </a:tr>
            </a:tbl>
          </a:graphicData>
        </a:graphic>
      </p:graphicFrame>
      <p:sp>
        <p:nvSpPr>
          <p:cNvPr id="282" name="Google Shape;282;p40"/>
          <p:cNvSpPr txBox="1"/>
          <p:nvPr>
            <p:ph idx="12" type="sldNum"/>
          </p:nvPr>
        </p:nvSpPr>
        <p:spPr>
          <a:xfrm>
            <a:off x="7425344" y="4844839"/>
            <a:ext cx="984019"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283" name="Google Shape;283;p40"/>
          <p:cNvSpPr txBox="1"/>
          <p:nvPr/>
        </p:nvSpPr>
        <p:spPr>
          <a:xfrm>
            <a:off x="585216" y="4213179"/>
            <a:ext cx="7781307"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chemeClr val="dk1"/>
                </a:solidFill>
                <a:latin typeface="Calibri"/>
                <a:ea typeface="Calibri"/>
                <a:cs typeface="Calibri"/>
                <a:sym typeface="Calibri"/>
              </a:rPr>
              <a:t>Record the current time whenever an event happens env.now</a:t>
            </a:r>
            <a:endParaRPr sz="14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type="title"/>
          </p:nvPr>
        </p:nvSpPr>
        <p:spPr>
          <a:xfrm>
            <a:off x="822960" y="214952"/>
            <a:ext cx="7543800" cy="1088068"/>
          </a:xfrm>
          <a:prstGeom prst="rect">
            <a:avLst/>
          </a:prstGeom>
          <a:noFill/>
          <a:ln>
            <a:noFill/>
          </a:ln>
        </p:spPr>
        <p:txBody>
          <a:bodyPr anchorCtr="0" anchor="b" bIns="34275" lIns="68575" spcFirstLastPara="1" rIns="68575" wrap="square" tIns="34275">
            <a:normAutofit/>
          </a:bodyPr>
          <a:lstStyle/>
          <a:p>
            <a:pPr indent="0" lvl="0" marL="0" rtl="0" algn="ctr">
              <a:lnSpc>
                <a:spcPct val="85000"/>
              </a:lnSpc>
              <a:spcBef>
                <a:spcPts val="0"/>
              </a:spcBef>
              <a:spcAft>
                <a:spcPts val="0"/>
              </a:spcAft>
              <a:buClr>
                <a:srgbClr val="3F3F3F"/>
              </a:buClr>
              <a:buSzPts val="3300"/>
              <a:buFont typeface="Calibri"/>
              <a:buNone/>
            </a:pPr>
            <a:r>
              <a:rPr lang="en" sz="3300"/>
              <a:t>Result - existing </a:t>
            </a:r>
            <a:r>
              <a:rPr b="1" lang="en" sz="3300"/>
              <a:t>forward</a:t>
            </a:r>
            <a:r>
              <a:rPr lang="en" sz="3300"/>
              <a:t> (after adjustment)</a:t>
            </a:r>
            <a:endParaRPr/>
          </a:p>
        </p:txBody>
      </p:sp>
      <p:sp>
        <p:nvSpPr>
          <p:cNvPr id="289" name="Google Shape;289;p41"/>
          <p:cNvSpPr txBox="1"/>
          <p:nvPr>
            <p:ph idx="1" type="body"/>
          </p:nvPr>
        </p:nvSpPr>
        <p:spPr>
          <a:xfrm>
            <a:off x="528918" y="1384301"/>
            <a:ext cx="1909482" cy="3254934"/>
          </a:xfrm>
          <a:prstGeom prst="rect">
            <a:avLst/>
          </a:prstGeom>
          <a:noFill/>
          <a:ln>
            <a:noFill/>
          </a:ln>
        </p:spPr>
        <p:txBody>
          <a:bodyPr anchorCtr="0" anchor="t" bIns="34275" lIns="0" spcFirstLastPara="1" rIns="0" wrap="square" tIns="34275">
            <a:normAutofit/>
          </a:bodyPr>
          <a:lstStyle/>
          <a:p>
            <a:pPr indent="0" lvl="0" marL="0" rtl="0" algn="l">
              <a:lnSpc>
                <a:spcPct val="90000"/>
              </a:lnSpc>
              <a:spcBef>
                <a:spcPts val="0"/>
              </a:spcBef>
              <a:spcAft>
                <a:spcPts val="0"/>
              </a:spcAft>
              <a:buSzPts val="1800"/>
              <a:buNone/>
            </a:pPr>
            <a:r>
              <a:rPr lang="en"/>
              <a:t>In 1000 simulations:</a:t>
            </a:r>
            <a:endParaRPr/>
          </a:p>
          <a:p>
            <a:pPr indent="-114300" lvl="0" marL="63500" rtl="0" algn="l">
              <a:lnSpc>
                <a:spcPct val="90000"/>
              </a:lnSpc>
              <a:spcBef>
                <a:spcPts val="1100"/>
              </a:spcBef>
              <a:spcAft>
                <a:spcPts val="0"/>
              </a:spcAft>
              <a:buSzPts val="1800"/>
              <a:buFont typeface="Courier New"/>
              <a:buChar char="o"/>
            </a:pPr>
            <a:r>
              <a:rPr lang="en"/>
              <a:t>Median of seat utilization: </a:t>
            </a:r>
            <a:endParaRPr/>
          </a:p>
          <a:p>
            <a:pPr indent="0" lvl="0" marL="0" rtl="0" algn="l">
              <a:lnSpc>
                <a:spcPct val="90000"/>
              </a:lnSpc>
              <a:spcBef>
                <a:spcPts val="1100"/>
              </a:spcBef>
              <a:spcAft>
                <a:spcPts val="0"/>
              </a:spcAft>
              <a:buSzPts val="1800"/>
              <a:buNone/>
            </a:pPr>
            <a:r>
              <a:rPr lang="en"/>
              <a:t>12% - 34%</a:t>
            </a:r>
            <a:endParaRPr/>
          </a:p>
        </p:txBody>
      </p:sp>
      <p:sp>
        <p:nvSpPr>
          <p:cNvPr id="290" name="Google Shape;290;p41"/>
          <p:cNvSpPr txBox="1"/>
          <p:nvPr>
            <p:ph idx="12" type="sldNum"/>
          </p:nvPr>
        </p:nvSpPr>
        <p:spPr>
          <a:xfrm>
            <a:off x="7425344" y="4844839"/>
            <a:ext cx="984019"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pic>
        <p:nvPicPr>
          <p:cNvPr id="291" name="Google Shape;291;p41"/>
          <p:cNvPicPr preferRelativeResize="0"/>
          <p:nvPr/>
        </p:nvPicPr>
        <p:blipFill rotWithShape="1">
          <a:blip r:embed="rId3">
            <a:alphaModFix/>
          </a:blip>
          <a:srcRect b="0" l="400" r="399" t="0"/>
          <a:stretch/>
        </p:blipFill>
        <p:spPr>
          <a:xfrm>
            <a:off x="2514070" y="1384301"/>
            <a:ext cx="6518762" cy="3254935"/>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2"/>
          <p:cNvSpPr txBox="1"/>
          <p:nvPr>
            <p:ph type="title"/>
          </p:nvPr>
        </p:nvSpPr>
        <p:spPr>
          <a:xfrm>
            <a:off x="822960" y="214952"/>
            <a:ext cx="7543800" cy="1088068"/>
          </a:xfrm>
          <a:prstGeom prst="rect">
            <a:avLst/>
          </a:prstGeom>
          <a:noFill/>
          <a:ln>
            <a:noFill/>
          </a:ln>
        </p:spPr>
        <p:txBody>
          <a:bodyPr anchorCtr="0" anchor="b" bIns="34275" lIns="68575" spcFirstLastPara="1" rIns="68575" wrap="square" tIns="34275">
            <a:normAutofit/>
          </a:bodyPr>
          <a:lstStyle/>
          <a:p>
            <a:pPr indent="0" lvl="0" marL="0" rtl="0" algn="ctr">
              <a:lnSpc>
                <a:spcPct val="85000"/>
              </a:lnSpc>
              <a:spcBef>
                <a:spcPts val="0"/>
              </a:spcBef>
              <a:spcAft>
                <a:spcPts val="0"/>
              </a:spcAft>
              <a:buClr>
                <a:srgbClr val="3F3F3F"/>
              </a:buClr>
              <a:buSzPts val="3300"/>
              <a:buFont typeface="Calibri"/>
              <a:buNone/>
            </a:pPr>
            <a:r>
              <a:rPr lang="en" sz="3300"/>
              <a:t>Result - existing </a:t>
            </a:r>
            <a:r>
              <a:rPr b="1" lang="en" sz="3300"/>
              <a:t>return</a:t>
            </a:r>
            <a:r>
              <a:rPr lang="en" sz="3300"/>
              <a:t> (after adjustment)</a:t>
            </a:r>
            <a:endParaRPr/>
          </a:p>
        </p:txBody>
      </p:sp>
      <p:sp>
        <p:nvSpPr>
          <p:cNvPr id="297" name="Google Shape;297;p42"/>
          <p:cNvSpPr txBox="1"/>
          <p:nvPr>
            <p:ph idx="1" type="body"/>
          </p:nvPr>
        </p:nvSpPr>
        <p:spPr>
          <a:xfrm>
            <a:off x="528918" y="1384301"/>
            <a:ext cx="1909482" cy="3254934"/>
          </a:xfrm>
          <a:prstGeom prst="rect">
            <a:avLst/>
          </a:prstGeom>
          <a:noFill/>
          <a:ln>
            <a:noFill/>
          </a:ln>
        </p:spPr>
        <p:txBody>
          <a:bodyPr anchorCtr="0" anchor="t" bIns="34275" lIns="0" spcFirstLastPara="1" rIns="0" wrap="square" tIns="34275">
            <a:normAutofit/>
          </a:bodyPr>
          <a:lstStyle/>
          <a:p>
            <a:pPr indent="0" lvl="0" marL="0" rtl="0" algn="l">
              <a:lnSpc>
                <a:spcPct val="90000"/>
              </a:lnSpc>
              <a:spcBef>
                <a:spcPts val="0"/>
              </a:spcBef>
              <a:spcAft>
                <a:spcPts val="0"/>
              </a:spcAft>
              <a:buSzPts val="1800"/>
              <a:buNone/>
            </a:pPr>
            <a:r>
              <a:rPr lang="en"/>
              <a:t>In 1000 simulations:</a:t>
            </a:r>
            <a:endParaRPr/>
          </a:p>
          <a:p>
            <a:pPr indent="-114300" lvl="0" marL="63500" rtl="0" algn="l">
              <a:lnSpc>
                <a:spcPct val="90000"/>
              </a:lnSpc>
              <a:spcBef>
                <a:spcPts val="1100"/>
              </a:spcBef>
              <a:spcAft>
                <a:spcPts val="0"/>
              </a:spcAft>
              <a:buSzPts val="1800"/>
              <a:buFont typeface="Courier New"/>
              <a:buChar char="o"/>
            </a:pPr>
            <a:r>
              <a:rPr lang="en"/>
              <a:t>Median of seat utilization: </a:t>
            </a:r>
            <a:endParaRPr/>
          </a:p>
          <a:p>
            <a:pPr indent="0" lvl="0" marL="0" rtl="0" algn="l">
              <a:lnSpc>
                <a:spcPct val="90000"/>
              </a:lnSpc>
              <a:spcBef>
                <a:spcPts val="1100"/>
              </a:spcBef>
              <a:spcAft>
                <a:spcPts val="0"/>
              </a:spcAft>
              <a:buSzPts val="1800"/>
              <a:buNone/>
            </a:pPr>
            <a:r>
              <a:rPr lang="en"/>
              <a:t>5% - 34%</a:t>
            </a:r>
            <a:endParaRPr/>
          </a:p>
        </p:txBody>
      </p:sp>
      <p:sp>
        <p:nvSpPr>
          <p:cNvPr id="298" name="Google Shape;298;p42"/>
          <p:cNvSpPr txBox="1"/>
          <p:nvPr>
            <p:ph idx="12" type="sldNum"/>
          </p:nvPr>
        </p:nvSpPr>
        <p:spPr>
          <a:xfrm>
            <a:off x="7425344" y="4844839"/>
            <a:ext cx="984019"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pic>
        <p:nvPicPr>
          <p:cNvPr id="299" name="Google Shape;299;p42"/>
          <p:cNvPicPr preferRelativeResize="0"/>
          <p:nvPr/>
        </p:nvPicPr>
        <p:blipFill rotWithShape="1">
          <a:blip r:embed="rId3">
            <a:alphaModFix/>
          </a:blip>
          <a:srcRect b="0" l="0" r="0" t="0"/>
          <a:stretch/>
        </p:blipFill>
        <p:spPr>
          <a:xfrm>
            <a:off x="2813822" y="1438835"/>
            <a:ext cx="6195706" cy="3200399"/>
          </a:xfrm>
          <a:prstGeom prst="rect">
            <a:avLst/>
          </a:prstGeom>
          <a:noFill/>
          <a:ln cap="flat" cmpd="sng" w="9525">
            <a:solidFill>
              <a:schemeClr val="dk1"/>
            </a:solidFill>
            <a:prstDash val="solid"/>
            <a:round/>
            <a:headEnd len="sm" w="sm" type="none"/>
            <a:tailEnd len="sm" w="sm" type="none"/>
          </a:ln>
        </p:spPr>
      </p:pic>
      <p:sp>
        <p:nvSpPr>
          <p:cNvPr id="300" name="Google Shape;300;p42"/>
          <p:cNvSpPr/>
          <p:nvPr/>
        </p:nvSpPr>
        <p:spPr>
          <a:xfrm rot="-1173740">
            <a:off x="5783580" y="3735324"/>
            <a:ext cx="2011680" cy="772668"/>
          </a:xfrm>
          <a:prstGeom prst="ellipse">
            <a:avLst/>
          </a:prstGeom>
          <a:noFill/>
          <a:ln cap="flat" cmpd="sng" w="15875">
            <a:solidFill>
              <a:srgbClr val="A65F0D"/>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3"/>
          <p:cNvSpPr txBox="1"/>
          <p:nvPr>
            <p:ph type="title"/>
          </p:nvPr>
        </p:nvSpPr>
        <p:spPr>
          <a:xfrm>
            <a:off x="822960" y="214952"/>
            <a:ext cx="7543800" cy="1088068"/>
          </a:xfrm>
          <a:prstGeom prst="rect">
            <a:avLst/>
          </a:prstGeom>
          <a:noFill/>
          <a:ln>
            <a:noFill/>
          </a:ln>
        </p:spPr>
        <p:txBody>
          <a:bodyPr anchorCtr="0" anchor="b" bIns="34275" lIns="68575" spcFirstLastPara="1" rIns="68575" wrap="square" tIns="34275">
            <a:normAutofit/>
          </a:bodyPr>
          <a:lstStyle/>
          <a:p>
            <a:pPr indent="0" lvl="0" marL="0" rtl="0" algn="ctr">
              <a:lnSpc>
                <a:spcPct val="85000"/>
              </a:lnSpc>
              <a:spcBef>
                <a:spcPts val="0"/>
              </a:spcBef>
              <a:spcAft>
                <a:spcPts val="0"/>
              </a:spcAft>
              <a:buClr>
                <a:srgbClr val="3F3F3F"/>
              </a:buClr>
              <a:buSzPts val="3600"/>
              <a:buFont typeface="Calibri"/>
              <a:buNone/>
            </a:pPr>
            <a:r>
              <a:rPr lang="en"/>
              <a:t>Result – </a:t>
            </a:r>
            <a:r>
              <a:rPr b="1" lang="en"/>
              <a:t>forward</a:t>
            </a:r>
            <a:r>
              <a:rPr lang="en"/>
              <a:t>, </a:t>
            </a:r>
            <a:r>
              <a:rPr b="1" lang="en"/>
              <a:t>before</a:t>
            </a:r>
            <a:r>
              <a:rPr lang="en"/>
              <a:t> adjustment</a:t>
            </a:r>
            <a:endParaRPr/>
          </a:p>
        </p:txBody>
      </p:sp>
      <p:sp>
        <p:nvSpPr>
          <p:cNvPr id="306" name="Google Shape;306;p43"/>
          <p:cNvSpPr txBox="1"/>
          <p:nvPr>
            <p:ph idx="12" type="sldNum"/>
          </p:nvPr>
        </p:nvSpPr>
        <p:spPr>
          <a:xfrm>
            <a:off x="7425344" y="4844839"/>
            <a:ext cx="984019"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pic>
        <p:nvPicPr>
          <p:cNvPr id="307" name="Google Shape;307;p43"/>
          <p:cNvPicPr preferRelativeResize="0"/>
          <p:nvPr/>
        </p:nvPicPr>
        <p:blipFill rotWithShape="1">
          <a:blip r:embed="rId3">
            <a:alphaModFix/>
          </a:blip>
          <a:srcRect b="0" l="400" r="399" t="0"/>
          <a:stretch/>
        </p:blipFill>
        <p:spPr>
          <a:xfrm>
            <a:off x="2630770" y="1384301"/>
            <a:ext cx="6402062" cy="3196664"/>
          </a:xfrm>
          <a:prstGeom prst="rect">
            <a:avLst/>
          </a:prstGeom>
          <a:noFill/>
          <a:ln cap="flat" cmpd="sng" w="9525">
            <a:solidFill>
              <a:schemeClr val="dk1"/>
            </a:solidFill>
            <a:prstDash val="solid"/>
            <a:round/>
            <a:headEnd len="sm" w="sm" type="none"/>
            <a:tailEnd len="sm" w="sm" type="none"/>
          </a:ln>
        </p:spPr>
      </p:pic>
      <p:sp>
        <p:nvSpPr>
          <p:cNvPr id="308" name="Google Shape;308;p43"/>
          <p:cNvSpPr/>
          <p:nvPr/>
        </p:nvSpPr>
        <p:spPr>
          <a:xfrm>
            <a:off x="4401671" y="3657600"/>
            <a:ext cx="1004047" cy="560294"/>
          </a:xfrm>
          <a:prstGeom prst="rect">
            <a:avLst/>
          </a:prstGeom>
          <a:noFill/>
          <a:ln cap="flat" cmpd="sng" w="15875">
            <a:solidFill>
              <a:srgbClr val="A65F0D"/>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309" name="Google Shape;309;p43"/>
          <p:cNvSpPr txBox="1"/>
          <p:nvPr>
            <p:ph idx="1" type="body"/>
          </p:nvPr>
        </p:nvSpPr>
        <p:spPr>
          <a:xfrm>
            <a:off x="528918" y="1384301"/>
            <a:ext cx="1909482" cy="3254934"/>
          </a:xfrm>
          <a:prstGeom prst="rect">
            <a:avLst/>
          </a:prstGeom>
          <a:noFill/>
          <a:ln>
            <a:noFill/>
          </a:ln>
        </p:spPr>
        <p:txBody>
          <a:bodyPr anchorCtr="0" anchor="t" bIns="34275" lIns="0" spcFirstLastPara="1" rIns="0" wrap="square" tIns="34275">
            <a:normAutofit/>
          </a:bodyPr>
          <a:lstStyle/>
          <a:p>
            <a:pPr indent="0" lvl="0" marL="0" rtl="0" algn="l">
              <a:lnSpc>
                <a:spcPct val="90000"/>
              </a:lnSpc>
              <a:spcBef>
                <a:spcPts val="0"/>
              </a:spcBef>
              <a:spcAft>
                <a:spcPts val="0"/>
              </a:spcAft>
              <a:buSzPts val="1800"/>
              <a:buNone/>
            </a:pPr>
            <a:r>
              <a:rPr lang="en"/>
              <a:t>In 1000 simulations:</a:t>
            </a:r>
            <a:endParaRPr/>
          </a:p>
          <a:p>
            <a:pPr indent="-114300" lvl="0" marL="63500" rtl="0" algn="l">
              <a:lnSpc>
                <a:spcPct val="90000"/>
              </a:lnSpc>
              <a:spcBef>
                <a:spcPts val="1100"/>
              </a:spcBef>
              <a:spcAft>
                <a:spcPts val="0"/>
              </a:spcAft>
              <a:buSzPts val="1800"/>
              <a:buFont typeface="Courier New"/>
              <a:buChar char="o"/>
            </a:pPr>
            <a:r>
              <a:rPr lang="en"/>
              <a:t>Median of seat utilization: </a:t>
            </a:r>
            <a:endParaRPr/>
          </a:p>
          <a:p>
            <a:pPr indent="0" lvl="0" marL="0" rtl="0" algn="l">
              <a:lnSpc>
                <a:spcPct val="90000"/>
              </a:lnSpc>
              <a:spcBef>
                <a:spcPts val="1100"/>
              </a:spcBef>
              <a:spcAft>
                <a:spcPts val="0"/>
              </a:spcAft>
              <a:buSzPts val="1800"/>
              <a:buNone/>
            </a:pPr>
            <a:r>
              <a:rPr lang="en"/>
              <a:t>18% - 56%, based on estimated passenger flow at the removed bus stops.</a:t>
            </a:r>
            <a:endParaRPr/>
          </a:p>
        </p:txBody>
      </p:sp>
      <p:sp>
        <p:nvSpPr>
          <p:cNvPr id="310" name="Google Shape;310;p43"/>
          <p:cNvSpPr txBox="1"/>
          <p:nvPr/>
        </p:nvSpPr>
        <p:spPr>
          <a:xfrm>
            <a:off x="4198655" y="4200653"/>
            <a:ext cx="1516346" cy="438581"/>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200">
                <a:solidFill>
                  <a:schemeClr val="dk1"/>
                </a:solidFill>
                <a:latin typeface="Calibri"/>
                <a:ea typeface="Calibri"/>
                <a:cs typeface="Calibri"/>
                <a:sym typeface="Calibri"/>
              </a:rPr>
              <a:t>Passenger flow data based on assumptions</a:t>
            </a:r>
            <a:endParaRPr sz="11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4"/>
          <p:cNvSpPr txBox="1"/>
          <p:nvPr>
            <p:ph type="title"/>
          </p:nvPr>
        </p:nvSpPr>
        <p:spPr>
          <a:xfrm>
            <a:off x="822960" y="214952"/>
            <a:ext cx="7543800" cy="1088068"/>
          </a:xfrm>
          <a:prstGeom prst="rect">
            <a:avLst/>
          </a:prstGeom>
          <a:noFill/>
          <a:ln>
            <a:noFill/>
          </a:ln>
        </p:spPr>
        <p:txBody>
          <a:bodyPr anchorCtr="0" anchor="b" bIns="34275" lIns="68575" spcFirstLastPara="1" rIns="68575" wrap="square" tIns="34275">
            <a:normAutofit/>
          </a:bodyPr>
          <a:lstStyle/>
          <a:p>
            <a:pPr indent="0" lvl="0" marL="0" rtl="0" algn="ctr">
              <a:lnSpc>
                <a:spcPct val="85000"/>
              </a:lnSpc>
              <a:spcBef>
                <a:spcPts val="0"/>
              </a:spcBef>
              <a:spcAft>
                <a:spcPts val="0"/>
              </a:spcAft>
              <a:buClr>
                <a:srgbClr val="3F3F3F"/>
              </a:buClr>
              <a:buSzPts val="3600"/>
              <a:buFont typeface="Calibri"/>
              <a:buNone/>
            </a:pPr>
            <a:r>
              <a:rPr lang="en"/>
              <a:t>Result – </a:t>
            </a:r>
            <a:r>
              <a:rPr b="1" lang="en"/>
              <a:t>return</a:t>
            </a:r>
            <a:r>
              <a:rPr lang="en"/>
              <a:t>, </a:t>
            </a:r>
            <a:r>
              <a:rPr b="1" lang="en"/>
              <a:t>before</a:t>
            </a:r>
            <a:r>
              <a:rPr lang="en"/>
              <a:t> adjustment</a:t>
            </a:r>
            <a:endParaRPr/>
          </a:p>
        </p:txBody>
      </p:sp>
      <p:sp>
        <p:nvSpPr>
          <p:cNvPr id="316" name="Google Shape;316;p44"/>
          <p:cNvSpPr txBox="1"/>
          <p:nvPr>
            <p:ph idx="12" type="sldNum"/>
          </p:nvPr>
        </p:nvSpPr>
        <p:spPr>
          <a:xfrm>
            <a:off x="7425344" y="4844839"/>
            <a:ext cx="984019"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317" name="Google Shape;317;p44"/>
          <p:cNvSpPr txBox="1"/>
          <p:nvPr>
            <p:ph idx="1" type="body"/>
          </p:nvPr>
        </p:nvSpPr>
        <p:spPr>
          <a:xfrm>
            <a:off x="528918" y="1384301"/>
            <a:ext cx="1909482" cy="3254934"/>
          </a:xfrm>
          <a:prstGeom prst="rect">
            <a:avLst/>
          </a:prstGeom>
          <a:noFill/>
          <a:ln>
            <a:noFill/>
          </a:ln>
        </p:spPr>
        <p:txBody>
          <a:bodyPr anchorCtr="0" anchor="t" bIns="34275" lIns="0" spcFirstLastPara="1" rIns="0" wrap="square" tIns="34275">
            <a:normAutofit/>
          </a:bodyPr>
          <a:lstStyle/>
          <a:p>
            <a:pPr indent="0" lvl="0" marL="0" rtl="0" algn="l">
              <a:lnSpc>
                <a:spcPct val="90000"/>
              </a:lnSpc>
              <a:spcBef>
                <a:spcPts val="0"/>
              </a:spcBef>
              <a:spcAft>
                <a:spcPts val="0"/>
              </a:spcAft>
              <a:buSzPts val="1800"/>
              <a:buNone/>
            </a:pPr>
            <a:r>
              <a:rPr lang="en"/>
              <a:t>In 1000 simulations:</a:t>
            </a:r>
            <a:endParaRPr/>
          </a:p>
          <a:p>
            <a:pPr indent="-114300" lvl="0" marL="63500" rtl="0" algn="l">
              <a:lnSpc>
                <a:spcPct val="90000"/>
              </a:lnSpc>
              <a:spcBef>
                <a:spcPts val="1100"/>
              </a:spcBef>
              <a:spcAft>
                <a:spcPts val="0"/>
              </a:spcAft>
              <a:buSzPts val="1800"/>
              <a:buFont typeface="Courier New"/>
              <a:buChar char="o"/>
            </a:pPr>
            <a:r>
              <a:rPr lang="en"/>
              <a:t>Median of seat utilization: </a:t>
            </a:r>
            <a:endParaRPr/>
          </a:p>
          <a:p>
            <a:pPr indent="0" lvl="0" marL="0" rtl="0" algn="l">
              <a:lnSpc>
                <a:spcPct val="90000"/>
              </a:lnSpc>
              <a:spcBef>
                <a:spcPts val="1100"/>
              </a:spcBef>
              <a:spcAft>
                <a:spcPts val="0"/>
              </a:spcAft>
              <a:buSzPts val="1800"/>
              <a:buNone/>
            </a:pPr>
            <a:r>
              <a:rPr lang="en"/>
              <a:t>8% - 58%</a:t>
            </a:r>
            <a:endParaRPr/>
          </a:p>
        </p:txBody>
      </p:sp>
      <p:pic>
        <p:nvPicPr>
          <p:cNvPr id="318" name="Google Shape;318;p44"/>
          <p:cNvPicPr preferRelativeResize="0"/>
          <p:nvPr/>
        </p:nvPicPr>
        <p:blipFill rotWithShape="1">
          <a:blip r:embed="rId3">
            <a:alphaModFix/>
          </a:blip>
          <a:srcRect b="0" l="400" r="399" t="0"/>
          <a:stretch/>
        </p:blipFill>
        <p:spPr>
          <a:xfrm>
            <a:off x="2797549" y="1419156"/>
            <a:ext cx="6057900" cy="3024818"/>
          </a:xfrm>
          <a:prstGeom prst="rect">
            <a:avLst/>
          </a:prstGeom>
          <a:noFill/>
          <a:ln cap="flat" cmpd="sng" w="9525">
            <a:solidFill>
              <a:schemeClr val="dk1"/>
            </a:solidFill>
            <a:prstDash val="solid"/>
            <a:round/>
            <a:headEnd len="sm" w="sm" type="none"/>
            <a:tailEnd len="sm" w="sm" type="none"/>
          </a:ln>
        </p:spPr>
      </p:pic>
      <p:sp>
        <p:nvSpPr>
          <p:cNvPr id="319" name="Google Shape;319;p44"/>
          <p:cNvSpPr/>
          <p:nvPr/>
        </p:nvSpPr>
        <p:spPr>
          <a:xfrm>
            <a:off x="6912864" y="3538728"/>
            <a:ext cx="585216" cy="603504"/>
          </a:xfrm>
          <a:prstGeom prst="ellipse">
            <a:avLst/>
          </a:prstGeom>
          <a:noFill/>
          <a:ln cap="flat" cmpd="sng" w="15875">
            <a:solidFill>
              <a:srgbClr val="A65F0D"/>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320" name="Google Shape;320;p44"/>
          <p:cNvSpPr txBox="1"/>
          <p:nvPr/>
        </p:nvSpPr>
        <p:spPr>
          <a:xfrm>
            <a:off x="6685823" y="4209797"/>
            <a:ext cx="1516346" cy="438581"/>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200">
                <a:solidFill>
                  <a:schemeClr val="dk1"/>
                </a:solidFill>
                <a:latin typeface="Calibri"/>
                <a:ea typeface="Calibri"/>
                <a:cs typeface="Calibri"/>
                <a:sym typeface="Calibri"/>
              </a:rPr>
              <a:t>Passenger flow data based on assumptions</a:t>
            </a:r>
            <a:endParaRPr sz="11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45"/>
          <p:cNvSpPr txBox="1"/>
          <p:nvPr>
            <p:ph type="title"/>
          </p:nvPr>
        </p:nvSpPr>
        <p:spPr>
          <a:xfrm>
            <a:off x="822960" y="214952"/>
            <a:ext cx="7543800" cy="1088068"/>
          </a:xfrm>
          <a:prstGeom prst="rect">
            <a:avLst/>
          </a:prstGeom>
          <a:noFill/>
          <a:ln>
            <a:noFill/>
          </a:ln>
        </p:spPr>
        <p:txBody>
          <a:bodyPr anchorCtr="0" anchor="b" bIns="34275" lIns="68575" spcFirstLastPara="1" rIns="68575" wrap="square" tIns="34275">
            <a:normAutofit/>
          </a:bodyPr>
          <a:lstStyle/>
          <a:p>
            <a:pPr indent="0" lvl="0" marL="0" rtl="0" algn="ctr">
              <a:lnSpc>
                <a:spcPct val="85000"/>
              </a:lnSpc>
              <a:spcBef>
                <a:spcPts val="0"/>
              </a:spcBef>
              <a:spcAft>
                <a:spcPts val="0"/>
              </a:spcAft>
              <a:buClr>
                <a:srgbClr val="3F3F3F"/>
              </a:buClr>
              <a:buSzPts val="3600"/>
              <a:buFont typeface="Calibri"/>
              <a:buNone/>
            </a:pPr>
            <a:r>
              <a:rPr lang="en"/>
              <a:t>Result - Summary</a:t>
            </a:r>
            <a:endParaRPr/>
          </a:p>
        </p:txBody>
      </p:sp>
      <p:sp>
        <p:nvSpPr>
          <p:cNvPr id="326" name="Google Shape;326;p45"/>
          <p:cNvSpPr txBox="1"/>
          <p:nvPr>
            <p:ph idx="1" type="body"/>
          </p:nvPr>
        </p:nvSpPr>
        <p:spPr>
          <a:xfrm>
            <a:off x="822960" y="1384301"/>
            <a:ext cx="7543800" cy="3017520"/>
          </a:xfrm>
          <a:prstGeom prst="rect">
            <a:avLst/>
          </a:prstGeom>
          <a:noFill/>
          <a:ln>
            <a:noFill/>
          </a:ln>
        </p:spPr>
        <p:txBody>
          <a:bodyPr anchorCtr="0" anchor="t" bIns="34275" lIns="0" spcFirstLastPara="1" rIns="0" wrap="square" tIns="34275">
            <a:normAutofit/>
          </a:bodyPr>
          <a:lstStyle/>
          <a:p>
            <a:pPr indent="-114300" lvl="0" marL="63500" rtl="0" algn="l">
              <a:lnSpc>
                <a:spcPct val="90000"/>
              </a:lnSpc>
              <a:spcBef>
                <a:spcPts val="0"/>
              </a:spcBef>
              <a:spcAft>
                <a:spcPts val="0"/>
              </a:spcAft>
              <a:buSzPts val="1800"/>
              <a:buFont typeface="Courier New"/>
              <a:buChar char="o"/>
            </a:pPr>
            <a:r>
              <a:rPr lang="en"/>
              <a:t>The adjustment appears to have reduced the overall seat utilization rate. </a:t>
            </a:r>
            <a:endParaRPr/>
          </a:p>
          <a:p>
            <a:pPr indent="-114300" lvl="0" marL="63500" rtl="0" algn="l">
              <a:lnSpc>
                <a:spcPct val="90000"/>
              </a:lnSpc>
              <a:spcBef>
                <a:spcPts val="1100"/>
              </a:spcBef>
              <a:spcAft>
                <a:spcPts val="0"/>
              </a:spcAft>
              <a:buSzPts val="1800"/>
              <a:buFont typeface="Courier New"/>
              <a:buChar char="o"/>
            </a:pPr>
            <a:r>
              <a:rPr lang="en"/>
              <a:t>But the decision to increase bus frequency should also be analysed from the perspective of operating costs.</a:t>
            </a:r>
            <a:endParaRPr/>
          </a:p>
        </p:txBody>
      </p:sp>
      <p:sp>
        <p:nvSpPr>
          <p:cNvPr id="327" name="Google Shape;327;p45"/>
          <p:cNvSpPr txBox="1"/>
          <p:nvPr>
            <p:ph idx="12" type="sldNum"/>
          </p:nvPr>
        </p:nvSpPr>
        <p:spPr>
          <a:xfrm>
            <a:off x="7425344" y="4844839"/>
            <a:ext cx="984019"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46"/>
          <p:cNvSpPr txBox="1"/>
          <p:nvPr>
            <p:ph type="title"/>
          </p:nvPr>
        </p:nvSpPr>
        <p:spPr>
          <a:xfrm>
            <a:off x="822960" y="214952"/>
            <a:ext cx="7543800" cy="1088068"/>
          </a:xfrm>
          <a:prstGeom prst="rect">
            <a:avLst/>
          </a:prstGeom>
          <a:noFill/>
          <a:ln>
            <a:noFill/>
          </a:ln>
        </p:spPr>
        <p:txBody>
          <a:bodyPr anchorCtr="0" anchor="b" bIns="34275" lIns="68575" spcFirstLastPara="1" rIns="68575" wrap="square" tIns="34275">
            <a:normAutofit/>
          </a:bodyPr>
          <a:lstStyle/>
          <a:p>
            <a:pPr indent="0" lvl="0" marL="0" rtl="0" algn="ctr">
              <a:lnSpc>
                <a:spcPct val="85000"/>
              </a:lnSpc>
              <a:spcBef>
                <a:spcPts val="0"/>
              </a:spcBef>
              <a:spcAft>
                <a:spcPts val="0"/>
              </a:spcAft>
              <a:buClr>
                <a:srgbClr val="3F3F3F"/>
              </a:buClr>
              <a:buSzPts val="3600"/>
              <a:buFont typeface="Calibri"/>
              <a:buNone/>
            </a:pPr>
            <a:r>
              <a:rPr lang="en"/>
              <a:t>Enquiry to Transport Department</a:t>
            </a:r>
            <a:endParaRPr/>
          </a:p>
        </p:txBody>
      </p:sp>
      <p:sp>
        <p:nvSpPr>
          <p:cNvPr id="333" name="Google Shape;333;p46"/>
          <p:cNvSpPr txBox="1"/>
          <p:nvPr>
            <p:ph idx="1" type="body"/>
          </p:nvPr>
        </p:nvSpPr>
        <p:spPr>
          <a:xfrm>
            <a:off x="822960" y="1384300"/>
            <a:ext cx="7543800" cy="3214594"/>
          </a:xfrm>
          <a:prstGeom prst="rect">
            <a:avLst/>
          </a:prstGeom>
          <a:noFill/>
          <a:ln>
            <a:noFill/>
          </a:ln>
        </p:spPr>
        <p:txBody>
          <a:bodyPr anchorCtr="0" anchor="t" bIns="34275" lIns="0" spcFirstLastPara="1" rIns="0" wrap="square" tIns="34275">
            <a:normAutofit fontScale="92500" lnSpcReduction="10000"/>
          </a:bodyPr>
          <a:lstStyle/>
          <a:p>
            <a:pPr indent="-105727" lvl="0" marL="63500" rtl="0" algn="l">
              <a:lnSpc>
                <a:spcPct val="90000"/>
              </a:lnSpc>
              <a:spcBef>
                <a:spcPts val="0"/>
              </a:spcBef>
              <a:spcAft>
                <a:spcPts val="0"/>
              </a:spcAft>
              <a:buSzPct val="100000"/>
              <a:buChar char=" "/>
            </a:pPr>
            <a:r>
              <a:rPr b="1" lang="en"/>
              <a:t>1.	Operational and Passenger Flow Data:</a:t>
            </a:r>
            <a:endParaRPr/>
          </a:p>
          <a:p>
            <a:pPr indent="-105727" lvl="0" marL="63500" rtl="0" algn="l">
              <a:lnSpc>
                <a:spcPct val="90000"/>
              </a:lnSpc>
              <a:spcBef>
                <a:spcPts val="1100"/>
              </a:spcBef>
              <a:spcAft>
                <a:spcPts val="0"/>
              </a:spcAft>
              <a:buSzPct val="100000"/>
              <a:buChar char=" "/>
            </a:pPr>
            <a:r>
              <a:rPr lang="en"/>
              <a:t>What types of operational and passenger flow data (e.g., stop-level boarding and alighting, peak/off-peak passenger counts) </a:t>
            </a:r>
            <a:r>
              <a:rPr b="1" lang="en"/>
              <a:t>were collected and analyzed </a:t>
            </a:r>
            <a:r>
              <a:rPr lang="en"/>
              <a:t>when assessing the rerouting and schedule changes for Routes 56?</a:t>
            </a:r>
            <a:endParaRPr/>
          </a:p>
          <a:p>
            <a:pPr indent="-105727" lvl="0" marL="63500" rtl="0" algn="l">
              <a:lnSpc>
                <a:spcPct val="90000"/>
              </a:lnSpc>
              <a:spcBef>
                <a:spcPts val="1100"/>
              </a:spcBef>
              <a:spcAft>
                <a:spcPts val="0"/>
              </a:spcAft>
              <a:buSzPct val="100000"/>
              <a:buChar char=" "/>
            </a:pPr>
            <a:r>
              <a:rPr b="1" lang="en"/>
              <a:t>2.	Service Quality Evaluation:</a:t>
            </a:r>
            <a:endParaRPr/>
          </a:p>
          <a:p>
            <a:pPr indent="-105727" lvl="0" marL="63500" rtl="0" algn="l">
              <a:lnSpc>
                <a:spcPct val="90000"/>
              </a:lnSpc>
              <a:spcBef>
                <a:spcPts val="1100"/>
              </a:spcBef>
              <a:spcAft>
                <a:spcPts val="0"/>
              </a:spcAft>
              <a:buSzPct val="100000"/>
              <a:buChar char=" "/>
            </a:pPr>
            <a:r>
              <a:rPr lang="en"/>
              <a:t>What quantitative models or criteria were used to evaluate whether the service modifications would maintain or improve passenger service quality?</a:t>
            </a:r>
            <a:endParaRPr/>
          </a:p>
          <a:p>
            <a:pPr indent="-105727" lvl="0" marL="63500" rtl="0" algn="l">
              <a:lnSpc>
                <a:spcPct val="90000"/>
              </a:lnSpc>
              <a:spcBef>
                <a:spcPts val="1100"/>
              </a:spcBef>
              <a:spcAft>
                <a:spcPts val="0"/>
              </a:spcAft>
              <a:buSzPct val="100000"/>
              <a:buChar char=" "/>
            </a:pPr>
            <a:r>
              <a:rPr b="1" lang="en"/>
              <a:t>3. 	Data Accessibility:</a:t>
            </a:r>
            <a:endParaRPr/>
          </a:p>
          <a:p>
            <a:pPr indent="-105727" lvl="0" marL="63500" rtl="0" algn="l">
              <a:lnSpc>
                <a:spcPct val="90000"/>
              </a:lnSpc>
              <a:spcBef>
                <a:spcPts val="1100"/>
              </a:spcBef>
              <a:spcAft>
                <a:spcPts val="0"/>
              </a:spcAft>
              <a:buSzPct val="100000"/>
              <a:buChar char=" "/>
            </a:pPr>
            <a:r>
              <a:rPr lang="en"/>
              <a:t>Are the relevant operational datasets, consultation summaries, or evaluation models </a:t>
            </a:r>
            <a:r>
              <a:rPr b="1" lang="en"/>
              <a:t>available for public or academic review</a:t>
            </a:r>
            <a:r>
              <a:rPr lang="en"/>
              <a:t>? If so, how can these be accessed? If not, would the Transport Department consider releasing anonymized or summarized data in accordance with the Code on Access to Information?</a:t>
            </a:r>
            <a:endParaRPr/>
          </a:p>
        </p:txBody>
      </p:sp>
      <p:sp>
        <p:nvSpPr>
          <p:cNvPr id="334" name="Google Shape;334;p46"/>
          <p:cNvSpPr txBox="1"/>
          <p:nvPr>
            <p:ph idx="12" type="sldNum"/>
          </p:nvPr>
        </p:nvSpPr>
        <p:spPr>
          <a:xfrm>
            <a:off x="7425344" y="4844839"/>
            <a:ext cx="984019"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